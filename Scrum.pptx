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diagrams/colors1.xml" ContentType="application/vnd.openxmlformats-officedocument.drawingml.diagramColors+xml"/>
  <Override PartName="/ppt/diagrams/drawing2.xml" ContentType="application/vnd.ms-office.drawingml.diagramDrawing+xml"/>
  <Override PartName="/ppt/diagrams/quickStyle4.xml" ContentType="application/vnd.openxmlformats-officedocument.drawingml.diagramStyle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3.xml" ContentType="application/vnd.openxmlformats-officedocument.theme+xml"/>
  <Override PartName="/ppt/diagrams/quickStyle2.xml" ContentType="application/vnd.openxmlformats-officedocument.drawingml.diagramStyle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Default Extension="fntdata" ContentType="application/x-fontdata"/>
  <Override PartName="/ppt/slideLayouts/slideLayout13.xml" ContentType="application/vnd.openxmlformats-officedocument.presentationml.slideLayout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diagrams/layout4.xml" ContentType="application/vnd.openxmlformats-officedocument.drawingml.diagramLayout+xml"/>
  <Override PartName="/ppt/slideLayouts/slideLayout10.xml" ContentType="application/vnd.openxmlformats-officedocument.presentationml.slideLayout+xml"/>
  <Override PartName="/ppt/diagrams/layout2.xml" ContentType="application/vnd.openxmlformats-officedocument.drawingml.diagramLayout+xml"/>
  <Override PartName="/ppt/diagrams/layout3.xml" ContentType="application/vnd.openxmlformats-officedocument.drawingml.diagramLayout+xml"/>
  <Override PartName="/ppt/diagrams/data4.xml" ContentType="application/vnd.openxmlformats-officedocument.drawingml.diagramData+xml"/>
  <Override PartName="/ppt/diagrams/layout1.xml" ContentType="application/vnd.openxmlformats-officedocument.drawingml.diagramLayout+xml"/>
  <Override PartName="/ppt/diagrams/data2.xml" ContentType="application/vnd.openxmlformats-officedocument.drawingml.diagramData+xml"/>
  <Override PartName="/ppt/diagrams/data3.xml" ContentType="application/vnd.openxmlformats-officedocument.drawingml.diagramData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diagrams/data1.xml" ContentType="application/vnd.openxmlformats-officedocument.drawingml.diagramData+xml"/>
  <Override PartName="/ppt/diagrams/colors3.xml" ContentType="application/vnd.openxmlformats-officedocument.drawingml.diagramColors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  <Override PartName="/ppt/diagrams/colors2.xml" ContentType="application/vnd.openxmlformats-officedocument.drawingml.diagramColors+xml"/>
  <Override PartName="/ppt/diagrams/drawing3.xml" ContentType="application/vnd.ms-office.drawingml.diagramDrawing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diagrams/drawing1.xml" ContentType="application/vnd.ms-office.drawingml.diagramDrawing+xml"/>
  <Override PartName="/ppt/diagrams/quickStyle3.xml" ContentType="application/vnd.openxmlformats-officedocument.drawingml.diagramStyl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Layouts/slideLayout3.xml" ContentType="application/vnd.openxmlformats-officedocument.presentationml.slideLayout+xml"/>
  <Default Extension="emf" ContentType="image/x-emf"/>
  <Override PartName="/ppt/diagrams/quickStyle1.xml" ContentType="application/vnd.openxmlformats-officedocument.drawingml.diagramStyle+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>
  <p:sldMasterIdLst>
    <p:sldMasterId id="2147483664" r:id="rId1"/>
  </p:sldMasterIdLst>
  <p:notesMasterIdLst>
    <p:notesMasterId r:id="rId23"/>
  </p:notesMasterIdLst>
  <p:handoutMasterIdLst>
    <p:handoutMasterId r:id="rId24"/>
  </p:handoutMasterIdLst>
  <p:sldIdLst>
    <p:sldId id="256" r:id="rId2"/>
    <p:sldId id="274" r:id="rId3"/>
    <p:sldId id="258" r:id="rId4"/>
    <p:sldId id="259" r:id="rId5"/>
    <p:sldId id="271" r:id="rId6"/>
    <p:sldId id="272" r:id="rId7"/>
    <p:sldId id="275" r:id="rId8"/>
    <p:sldId id="276" r:id="rId9"/>
    <p:sldId id="268" r:id="rId10"/>
    <p:sldId id="263" r:id="rId11"/>
    <p:sldId id="269" r:id="rId12"/>
    <p:sldId id="266" r:id="rId13"/>
    <p:sldId id="270" r:id="rId14"/>
    <p:sldId id="267" r:id="rId15"/>
    <p:sldId id="278" r:id="rId16"/>
    <p:sldId id="273" r:id="rId17"/>
    <p:sldId id="265" r:id="rId18"/>
    <p:sldId id="279" r:id="rId19"/>
    <p:sldId id="264" r:id="rId20"/>
    <p:sldId id="280" r:id="rId21"/>
    <p:sldId id="281" r:id="rId22"/>
  </p:sldIdLst>
  <p:sldSz cx="9144000" cy="6858000" type="screen4x3"/>
  <p:notesSz cx="7099300" cy="10234613"/>
  <p:embeddedFontLst>
    <p:embeddedFont>
      <p:font typeface="Calibri" pitchFamily="34" charset="0"/>
      <p:regular r:id="rId25"/>
      <p:bold r:id="rId26"/>
      <p:italic r:id="rId27"/>
      <p:boldItalic r:id="rId28"/>
    </p:embeddedFont>
  </p:embeddedFontLst>
  <p:defaultTextStyle>
    <a:defPPr>
      <a:defRPr lang="de-DE"/>
    </a:defPPr>
    <a:lvl1pPr algn="l" rtl="0" fontAlgn="base">
      <a:spcBef>
        <a:spcPct val="0"/>
      </a:spcBef>
      <a:spcAft>
        <a:spcPct val="0"/>
      </a:spcAft>
      <a:defRPr sz="2400" b="1"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1pPr>
    <a:lvl2pPr marL="457200" algn="l" rtl="0" fontAlgn="base">
      <a:spcBef>
        <a:spcPct val="0"/>
      </a:spcBef>
      <a:spcAft>
        <a:spcPct val="0"/>
      </a:spcAft>
      <a:defRPr sz="2400" b="1"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2pPr>
    <a:lvl3pPr marL="914400" algn="l" rtl="0" fontAlgn="base">
      <a:spcBef>
        <a:spcPct val="0"/>
      </a:spcBef>
      <a:spcAft>
        <a:spcPct val="0"/>
      </a:spcAft>
      <a:defRPr sz="2400" b="1"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3pPr>
    <a:lvl4pPr marL="1371600" algn="l" rtl="0" fontAlgn="base">
      <a:spcBef>
        <a:spcPct val="0"/>
      </a:spcBef>
      <a:spcAft>
        <a:spcPct val="0"/>
      </a:spcAft>
      <a:defRPr sz="2400" b="1"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4pPr>
    <a:lvl5pPr marL="1828800" algn="l" rtl="0" fontAlgn="base">
      <a:spcBef>
        <a:spcPct val="0"/>
      </a:spcBef>
      <a:spcAft>
        <a:spcPct val="0"/>
      </a:spcAft>
      <a:defRPr sz="2400" b="1"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5pPr>
    <a:lvl6pPr marL="2286000" algn="l" defTabSz="914400" rtl="0" eaLnBrk="1" latinLnBrk="0" hangingPunct="1">
      <a:defRPr sz="2400" b="1"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6pPr>
    <a:lvl7pPr marL="2743200" algn="l" defTabSz="914400" rtl="0" eaLnBrk="1" latinLnBrk="0" hangingPunct="1">
      <a:defRPr sz="2400" b="1"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7pPr>
    <a:lvl8pPr marL="3200400" algn="l" defTabSz="914400" rtl="0" eaLnBrk="1" latinLnBrk="0" hangingPunct="1">
      <a:defRPr sz="2400" b="1"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8pPr>
    <a:lvl9pPr marL="3657600" algn="l" defTabSz="914400" rtl="0" eaLnBrk="1" latinLnBrk="0" hangingPunct="1">
      <a:defRPr sz="2400" b="1"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5D0BC"/>
    <a:srgbClr val="A2BD8D"/>
    <a:srgbClr val="FFFF99"/>
    <a:srgbClr val="666699"/>
    <a:srgbClr val="B9B751"/>
    <a:srgbClr val="99973F"/>
    <a:srgbClr val="00CC00"/>
    <a:srgbClr val="FF6600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091" autoAdjust="0"/>
    <p:restoredTop sz="57467" autoAdjust="0"/>
  </p:normalViewPr>
  <p:slideViewPr>
    <p:cSldViewPr showGuides="1">
      <p:cViewPr>
        <p:scale>
          <a:sx n="75" d="100"/>
          <a:sy n="75" d="100"/>
        </p:scale>
        <p:origin x="-912" y="-67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2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1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handoutMaster" Target="handoutMasters/handoutMaster1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openxmlformats.org/officeDocument/2006/relationships/font" Target="fonts/font4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3.fntdata"/><Relationship Id="rId30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3">
  <dgm:title val=""/>
  <dgm:desc val=""/>
  <dgm:catLst>
    <dgm:cat type="colorful" pri="103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/>
      <a:schemeClr val="accent4"/>
    </dgm:fillClrLst>
    <dgm:linClrLst>
      <a:schemeClr val="accent3"/>
      <a:schemeClr val="accent4"/>
    </dgm:linClrLst>
    <dgm:effectClrLst/>
    <dgm:txLinClrLst/>
    <dgm:txFillClrLst/>
    <dgm:txEffectClrLst/>
  </dgm:styleLbl>
  <dgm:styleLbl name="ln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alpha val="50000"/>
      </a:schemeClr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3"/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123E7F6C-CD00-4B67-BC76-9EE1220A4690}" type="doc">
      <dgm:prSet loTypeId="urn:microsoft.com/office/officeart/2005/8/layout/cycle2" loCatId="cycle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de-DE"/>
        </a:p>
      </dgm:t>
    </dgm:pt>
    <dgm:pt modelId="{F459E706-BA99-4812-81BF-AE062F7C471F}">
      <dgm:prSet/>
      <dgm:spPr/>
      <dgm:t>
        <a:bodyPr/>
        <a:lstStyle/>
        <a:p>
          <a:pPr rtl="0"/>
          <a:r>
            <a:rPr lang="de-DE" dirty="0" err="1" smtClean="0"/>
            <a:t>Scrum</a:t>
          </a:r>
          <a:endParaRPr lang="de-DE" dirty="0"/>
        </a:p>
      </dgm:t>
    </dgm:pt>
    <dgm:pt modelId="{50F55458-E1B8-4A83-B35A-B208F2DF6B33}" type="parTrans" cxnId="{9DBC613C-075E-4DE4-8C14-E5AE6936C647}">
      <dgm:prSet/>
      <dgm:spPr/>
      <dgm:t>
        <a:bodyPr/>
        <a:lstStyle/>
        <a:p>
          <a:endParaRPr lang="de-DE"/>
        </a:p>
      </dgm:t>
    </dgm:pt>
    <dgm:pt modelId="{EBB2D747-574A-4EC1-B665-AC73FB8D6B3D}" type="sibTrans" cxnId="{9DBC613C-075E-4DE4-8C14-E5AE6936C647}">
      <dgm:prSet/>
      <dgm:spPr/>
      <dgm:t>
        <a:bodyPr/>
        <a:lstStyle/>
        <a:p>
          <a:endParaRPr lang="de-DE"/>
        </a:p>
      </dgm:t>
    </dgm:pt>
    <dgm:pt modelId="{3DCBC449-B137-468E-8EB3-EDBB0F6077E8}" type="pres">
      <dgm:prSet presAssocID="{123E7F6C-CD00-4B67-BC76-9EE1220A4690}" presName="cycle" presStyleCnt="0">
        <dgm:presLayoutVars>
          <dgm:dir/>
          <dgm:resizeHandles val="exact"/>
        </dgm:presLayoutVars>
      </dgm:prSet>
      <dgm:spPr/>
    </dgm:pt>
    <dgm:pt modelId="{83742594-F717-42FD-8ABF-38FEAF503426}" type="pres">
      <dgm:prSet presAssocID="{F459E706-BA99-4812-81BF-AE062F7C471F}" presName="node" presStyleLbl="node1" presStyleIdx="0" presStyleCnt="1">
        <dgm:presLayoutVars>
          <dgm:bulletEnabled val="1"/>
        </dgm:presLayoutVars>
      </dgm:prSet>
      <dgm:spPr/>
    </dgm:pt>
  </dgm:ptLst>
  <dgm:cxnLst>
    <dgm:cxn modelId="{9DBC613C-075E-4DE4-8C14-E5AE6936C647}" srcId="{123E7F6C-CD00-4B67-BC76-9EE1220A4690}" destId="{F459E706-BA99-4812-81BF-AE062F7C471F}" srcOrd="0" destOrd="0" parTransId="{50F55458-E1B8-4A83-B35A-B208F2DF6B33}" sibTransId="{EBB2D747-574A-4EC1-B665-AC73FB8D6B3D}"/>
    <dgm:cxn modelId="{087A74C3-D1D0-4DFF-A929-D3AC1C37CB73}" type="presOf" srcId="{F459E706-BA99-4812-81BF-AE062F7C471F}" destId="{83742594-F717-42FD-8ABF-38FEAF503426}" srcOrd="0" destOrd="0" presId="urn:microsoft.com/office/officeart/2005/8/layout/cycle2"/>
    <dgm:cxn modelId="{CBB7256A-72B4-47A7-ADF6-E75E004D4871}" type="presOf" srcId="{123E7F6C-CD00-4B67-BC76-9EE1220A4690}" destId="{3DCBC449-B137-468E-8EB3-EDBB0F6077E8}" srcOrd="0" destOrd="0" presId="urn:microsoft.com/office/officeart/2005/8/layout/cycle2"/>
    <dgm:cxn modelId="{5AB8B4DE-4F2D-483E-9B2B-270863D0E343}" type="presParOf" srcId="{3DCBC449-B137-468E-8EB3-EDBB0F6077E8}" destId="{83742594-F717-42FD-8ABF-38FEAF503426}" srcOrd="0" destOrd="0" presId="urn:microsoft.com/office/officeart/2005/8/layout/cycle2"/>
  </dgm:cxnLst>
  <dgm:bg/>
  <dgm:whole/>
  <dgm:extLst>
    <a:ext uri="http://schemas.microsoft.com/office/drawing/2008/diagram">
      <dsp:dataModelExt xmlns:dsp="http://schemas.microsoft.com/office/drawing/2008/diagram" xmlns="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6FADCC50-FB9A-4B20-84A0-D6450CC77B9F}" type="doc">
      <dgm:prSet loTypeId="urn:microsoft.com/office/officeart/2005/8/layout/orgChart1" loCatId="hierarchy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de-DE"/>
        </a:p>
      </dgm:t>
    </dgm:pt>
    <dgm:pt modelId="{982C1B26-1B58-4642-BA7D-54A8336C0CD9}">
      <dgm:prSet/>
      <dgm:spPr/>
      <dgm:t>
        <a:bodyPr/>
        <a:lstStyle/>
        <a:p>
          <a:pPr rtl="0"/>
          <a:r>
            <a:rPr lang="de-DE" dirty="0" err="1" smtClean="0"/>
            <a:t>Scrum</a:t>
          </a:r>
          <a:r>
            <a:rPr lang="de-DE" dirty="0" smtClean="0"/>
            <a:t>-Team</a:t>
          </a:r>
          <a:endParaRPr lang="de-DE" dirty="0"/>
        </a:p>
      </dgm:t>
    </dgm:pt>
    <dgm:pt modelId="{60D0AFE8-D12B-4AAD-A9CA-2BDC5AC5AA7A}" type="parTrans" cxnId="{5CB9E148-C84A-4C9E-9802-EA1720B314A3}">
      <dgm:prSet/>
      <dgm:spPr/>
      <dgm:t>
        <a:bodyPr/>
        <a:lstStyle/>
        <a:p>
          <a:endParaRPr lang="de-DE"/>
        </a:p>
      </dgm:t>
    </dgm:pt>
    <dgm:pt modelId="{4B52122B-2750-4E3B-AFA4-27B002648815}" type="sibTrans" cxnId="{5CB9E148-C84A-4C9E-9802-EA1720B314A3}">
      <dgm:prSet/>
      <dgm:spPr/>
      <dgm:t>
        <a:bodyPr/>
        <a:lstStyle/>
        <a:p>
          <a:endParaRPr lang="de-DE"/>
        </a:p>
      </dgm:t>
    </dgm:pt>
    <dgm:pt modelId="{6600CFE7-0357-47E7-AC4D-14FD89B734EB}">
      <dgm:prSet/>
      <dgm:spPr/>
      <dgm:t>
        <a:bodyPr/>
        <a:lstStyle/>
        <a:p>
          <a:pPr rtl="0"/>
          <a:r>
            <a:rPr lang="de-DE" dirty="0" err="1" smtClean="0"/>
            <a:t>Product</a:t>
          </a:r>
          <a:r>
            <a:rPr lang="de-DE" dirty="0" smtClean="0"/>
            <a:t> </a:t>
          </a:r>
          <a:r>
            <a:rPr lang="de-DE" dirty="0" err="1" smtClean="0"/>
            <a:t>Owner</a:t>
          </a:r>
          <a:endParaRPr lang="de-DE" dirty="0"/>
        </a:p>
      </dgm:t>
    </dgm:pt>
    <dgm:pt modelId="{C01C4B1A-006C-441C-AC97-7D9B420F2A2E}" type="parTrans" cxnId="{843F3800-7132-4166-BA56-9010C9C20FA4}">
      <dgm:prSet/>
      <dgm:spPr/>
      <dgm:t>
        <a:bodyPr/>
        <a:lstStyle/>
        <a:p>
          <a:endParaRPr lang="de-DE"/>
        </a:p>
      </dgm:t>
    </dgm:pt>
    <dgm:pt modelId="{6907E893-B93B-4D74-BF1B-A792C1222DD6}" type="sibTrans" cxnId="{843F3800-7132-4166-BA56-9010C9C20FA4}">
      <dgm:prSet/>
      <dgm:spPr/>
      <dgm:t>
        <a:bodyPr/>
        <a:lstStyle/>
        <a:p>
          <a:endParaRPr lang="de-DE"/>
        </a:p>
      </dgm:t>
    </dgm:pt>
    <dgm:pt modelId="{E5343328-F10F-47BA-9548-4EA6AAAF0FBF}">
      <dgm:prSet/>
      <dgm:spPr/>
      <dgm:t>
        <a:bodyPr/>
        <a:lstStyle/>
        <a:p>
          <a:pPr rtl="0"/>
          <a:r>
            <a:rPr lang="de-DE" dirty="0" err="1" smtClean="0"/>
            <a:t>Scrum</a:t>
          </a:r>
          <a:r>
            <a:rPr lang="de-DE" dirty="0" smtClean="0"/>
            <a:t>-Master</a:t>
          </a:r>
          <a:endParaRPr lang="de-DE" dirty="0"/>
        </a:p>
      </dgm:t>
    </dgm:pt>
    <dgm:pt modelId="{2B6B05DD-D6A8-456B-9F21-C68B57275CEC}" type="parTrans" cxnId="{B008856D-CF65-4F84-9D01-5FF03FF3B78A}">
      <dgm:prSet/>
      <dgm:spPr/>
      <dgm:t>
        <a:bodyPr/>
        <a:lstStyle/>
        <a:p>
          <a:endParaRPr lang="de-DE"/>
        </a:p>
      </dgm:t>
    </dgm:pt>
    <dgm:pt modelId="{26EBB705-AD4C-4220-B9FA-627A4E4EAC0A}" type="sibTrans" cxnId="{B008856D-CF65-4F84-9D01-5FF03FF3B78A}">
      <dgm:prSet/>
      <dgm:spPr/>
      <dgm:t>
        <a:bodyPr/>
        <a:lstStyle/>
        <a:p>
          <a:endParaRPr lang="de-DE"/>
        </a:p>
      </dgm:t>
    </dgm:pt>
    <dgm:pt modelId="{53C39CDD-AD4D-41AD-AA3B-6CB884DCAF2A}">
      <dgm:prSet/>
      <dgm:spPr/>
      <dgm:t>
        <a:bodyPr/>
        <a:lstStyle/>
        <a:p>
          <a:pPr rtl="0"/>
          <a:r>
            <a:rPr lang="de-DE" dirty="0" smtClean="0"/>
            <a:t>Entwicklungsteam</a:t>
          </a:r>
          <a:endParaRPr lang="de-DE" dirty="0"/>
        </a:p>
      </dgm:t>
    </dgm:pt>
    <dgm:pt modelId="{601A93A5-D452-44F4-9E7E-9F8738A9F70C}" type="parTrans" cxnId="{5E541A49-0389-4780-A7B5-F862699E66F9}">
      <dgm:prSet/>
      <dgm:spPr/>
      <dgm:t>
        <a:bodyPr/>
        <a:lstStyle/>
        <a:p>
          <a:endParaRPr lang="de-DE"/>
        </a:p>
      </dgm:t>
    </dgm:pt>
    <dgm:pt modelId="{CCEDB813-B20C-48AD-B850-A73DFEF77045}" type="sibTrans" cxnId="{5E541A49-0389-4780-A7B5-F862699E66F9}">
      <dgm:prSet/>
      <dgm:spPr/>
      <dgm:t>
        <a:bodyPr/>
        <a:lstStyle/>
        <a:p>
          <a:endParaRPr lang="de-DE"/>
        </a:p>
      </dgm:t>
    </dgm:pt>
    <dgm:pt modelId="{7BF2BE39-E0E6-49CB-A6FF-CD0B52F71D4F}" type="pres">
      <dgm:prSet presAssocID="{6FADCC50-FB9A-4B20-84A0-D6450CC77B9F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</dgm:pt>
    <dgm:pt modelId="{C7E5B795-164F-440B-A652-FAD3BCD7EEE7}" type="pres">
      <dgm:prSet presAssocID="{982C1B26-1B58-4642-BA7D-54A8336C0CD9}" presName="hierRoot1" presStyleCnt="0">
        <dgm:presLayoutVars>
          <dgm:hierBranch val="init"/>
        </dgm:presLayoutVars>
      </dgm:prSet>
      <dgm:spPr/>
    </dgm:pt>
    <dgm:pt modelId="{AE95FB28-85A8-46F2-A0C6-06B07F3F345C}" type="pres">
      <dgm:prSet presAssocID="{982C1B26-1B58-4642-BA7D-54A8336C0CD9}" presName="rootComposite1" presStyleCnt="0"/>
      <dgm:spPr/>
    </dgm:pt>
    <dgm:pt modelId="{1C59A33E-C990-47D2-AB2A-EBAE965198F9}" type="pres">
      <dgm:prSet presAssocID="{982C1B26-1B58-4642-BA7D-54A8336C0CD9}" presName="rootText1" presStyleLbl="node0" presStyleIdx="0" presStyleCnt="1">
        <dgm:presLayoutVars>
          <dgm:chPref val="3"/>
        </dgm:presLayoutVars>
      </dgm:prSet>
      <dgm:spPr/>
    </dgm:pt>
    <dgm:pt modelId="{AED712C9-B373-4809-AD00-57320C79CEB8}" type="pres">
      <dgm:prSet presAssocID="{982C1B26-1B58-4642-BA7D-54A8336C0CD9}" presName="rootConnector1" presStyleLbl="node1" presStyleIdx="0" presStyleCnt="0"/>
      <dgm:spPr/>
    </dgm:pt>
    <dgm:pt modelId="{CA08231A-266B-43BE-A303-1F310E2E20E1}" type="pres">
      <dgm:prSet presAssocID="{982C1B26-1B58-4642-BA7D-54A8336C0CD9}" presName="hierChild2" presStyleCnt="0"/>
      <dgm:spPr/>
    </dgm:pt>
    <dgm:pt modelId="{CF724A06-EC83-4A7A-A402-98010C123257}" type="pres">
      <dgm:prSet presAssocID="{C01C4B1A-006C-441C-AC97-7D9B420F2A2E}" presName="Name37" presStyleLbl="parChTrans1D2" presStyleIdx="0" presStyleCnt="3"/>
      <dgm:spPr/>
    </dgm:pt>
    <dgm:pt modelId="{1F6DA436-851D-44BE-A3A9-9229A621B4F7}" type="pres">
      <dgm:prSet presAssocID="{6600CFE7-0357-47E7-AC4D-14FD89B734EB}" presName="hierRoot2" presStyleCnt="0">
        <dgm:presLayoutVars>
          <dgm:hierBranch val="init"/>
        </dgm:presLayoutVars>
      </dgm:prSet>
      <dgm:spPr/>
    </dgm:pt>
    <dgm:pt modelId="{22A6300D-191D-4700-A6D1-1A0AEAAAF942}" type="pres">
      <dgm:prSet presAssocID="{6600CFE7-0357-47E7-AC4D-14FD89B734EB}" presName="rootComposite" presStyleCnt="0"/>
      <dgm:spPr/>
    </dgm:pt>
    <dgm:pt modelId="{2B5E4216-9CD4-4D54-BFCA-CB92B872EBBA}" type="pres">
      <dgm:prSet presAssocID="{6600CFE7-0357-47E7-AC4D-14FD89B734EB}" presName="rootText" presStyleLbl="node2" presStyleIdx="0" presStyleCnt="3">
        <dgm:presLayoutVars>
          <dgm:chPref val="3"/>
        </dgm:presLayoutVars>
      </dgm:prSet>
      <dgm:spPr/>
    </dgm:pt>
    <dgm:pt modelId="{17010A95-A311-4A1B-8875-E50FD81C3519}" type="pres">
      <dgm:prSet presAssocID="{6600CFE7-0357-47E7-AC4D-14FD89B734EB}" presName="rootConnector" presStyleLbl="node2" presStyleIdx="0" presStyleCnt="3"/>
      <dgm:spPr/>
    </dgm:pt>
    <dgm:pt modelId="{D27F1C9F-ACCF-447B-860B-9B592DFFDD3F}" type="pres">
      <dgm:prSet presAssocID="{6600CFE7-0357-47E7-AC4D-14FD89B734EB}" presName="hierChild4" presStyleCnt="0"/>
      <dgm:spPr/>
    </dgm:pt>
    <dgm:pt modelId="{0C4D38FE-1503-4639-9A4B-B5126A39B771}" type="pres">
      <dgm:prSet presAssocID="{6600CFE7-0357-47E7-AC4D-14FD89B734EB}" presName="hierChild5" presStyleCnt="0"/>
      <dgm:spPr/>
    </dgm:pt>
    <dgm:pt modelId="{C5503C83-95D9-49B0-86A6-C3969CFB93E1}" type="pres">
      <dgm:prSet presAssocID="{2B6B05DD-D6A8-456B-9F21-C68B57275CEC}" presName="Name37" presStyleLbl="parChTrans1D2" presStyleIdx="1" presStyleCnt="3"/>
      <dgm:spPr/>
    </dgm:pt>
    <dgm:pt modelId="{3BD3C57B-9C44-4D71-85F7-324283A1D14D}" type="pres">
      <dgm:prSet presAssocID="{E5343328-F10F-47BA-9548-4EA6AAAF0FBF}" presName="hierRoot2" presStyleCnt="0">
        <dgm:presLayoutVars>
          <dgm:hierBranch val="init"/>
        </dgm:presLayoutVars>
      </dgm:prSet>
      <dgm:spPr/>
    </dgm:pt>
    <dgm:pt modelId="{12DAD6B0-332C-4E1B-86CC-863B4EA08203}" type="pres">
      <dgm:prSet presAssocID="{E5343328-F10F-47BA-9548-4EA6AAAF0FBF}" presName="rootComposite" presStyleCnt="0"/>
      <dgm:spPr/>
    </dgm:pt>
    <dgm:pt modelId="{1034A66C-353F-4F12-96DC-6B6769742109}" type="pres">
      <dgm:prSet presAssocID="{E5343328-F10F-47BA-9548-4EA6AAAF0FBF}" presName="rootText" presStyleLbl="node2" presStyleIdx="1" presStyleCnt="3">
        <dgm:presLayoutVars>
          <dgm:chPref val="3"/>
        </dgm:presLayoutVars>
      </dgm:prSet>
      <dgm:spPr/>
    </dgm:pt>
    <dgm:pt modelId="{4E2D06B7-FDAD-40DE-8941-C14D6514CDB5}" type="pres">
      <dgm:prSet presAssocID="{E5343328-F10F-47BA-9548-4EA6AAAF0FBF}" presName="rootConnector" presStyleLbl="node2" presStyleIdx="1" presStyleCnt="3"/>
      <dgm:spPr/>
    </dgm:pt>
    <dgm:pt modelId="{5F583B81-A1D2-4144-8640-ECE9358F13E9}" type="pres">
      <dgm:prSet presAssocID="{E5343328-F10F-47BA-9548-4EA6AAAF0FBF}" presName="hierChild4" presStyleCnt="0"/>
      <dgm:spPr/>
    </dgm:pt>
    <dgm:pt modelId="{642DFE95-E448-448A-8A64-3629972C4D7D}" type="pres">
      <dgm:prSet presAssocID="{E5343328-F10F-47BA-9548-4EA6AAAF0FBF}" presName="hierChild5" presStyleCnt="0"/>
      <dgm:spPr/>
    </dgm:pt>
    <dgm:pt modelId="{F108DAAE-CD22-4C36-9725-5D89B81BD2FC}" type="pres">
      <dgm:prSet presAssocID="{601A93A5-D452-44F4-9E7E-9F8738A9F70C}" presName="Name37" presStyleLbl="parChTrans1D2" presStyleIdx="2" presStyleCnt="3"/>
      <dgm:spPr/>
    </dgm:pt>
    <dgm:pt modelId="{2B73F90D-E1DF-4A41-B99B-0D5465C3D512}" type="pres">
      <dgm:prSet presAssocID="{53C39CDD-AD4D-41AD-AA3B-6CB884DCAF2A}" presName="hierRoot2" presStyleCnt="0">
        <dgm:presLayoutVars>
          <dgm:hierBranch val="init"/>
        </dgm:presLayoutVars>
      </dgm:prSet>
      <dgm:spPr/>
    </dgm:pt>
    <dgm:pt modelId="{AA62492B-5045-4EED-97A5-86A3CA57C2BA}" type="pres">
      <dgm:prSet presAssocID="{53C39CDD-AD4D-41AD-AA3B-6CB884DCAF2A}" presName="rootComposite" presStyleCnt="0"/>
      <dgm:spPr/>
    </dgm:pt>
    <dgm:pt modelId="{A0265EC1-1262-4E5C-AABA-C43732BA613A}" type="pres">
      <dgm:prSet presAssocID="{53C39CDD-AD4D-41AD-AA3B-6CB884DCAF2A}" presName="rootText" presStyleLbl="node2" presStyleIdx="2" presStyleCnt="3">
        <dgm:presLayoutVars>
          <dgm:chPref val="3"/>
        </dgm:presLayoutVars>
      </dgm:prSet>
      <dgm:spPr/>
    </dgm:pt>
    <dgm:pt modelId="{9584CFB4-68F6-46DF-AD87-D0161A9B6FA0}" type="pres">
      <dgm:prSet presAssocID="{53C39CDD-AD4D-41AD-AA3B-6CB884DCAF2A}" presName="rootConnector" presStyleLbl="node2" presStyleIdx="2" presStyleCnt="3"/>
      <dgm:spPr/>
    </dgm:pt>
    <dgm:pt modelId="{EBB13CA9-054C-41C0-BEF4-00505351A7C8}" type="pres">
      <dgm:prSet presAssocID="{53C39CDD-AD4D-41AD-AA3B-6CB884DCAF2A}" presName="hierChild4" presStyleCnt="0"/>
      <dgm:spPr/>
    </dgm:pt>
    <dgm:pt modelId="{E2E2784E-6881-4DD9-AA7A-19C03B6596F9}" type="pres">
      <dgm:prSet presAssocID="{53C39CDD-AD4D-41AD-AA3B-6CB884DCAF2A}" presName="hierChild5" presStyleCnt="0"/>
      <dgm:spPr/>
    </dgm:pt>
    <dgm:pt modelId="{D1F3EDFF-61DF-4B0B-8750-21A956847859}" type="pres">
      <dgm:prSet presAssocID="{982C1B26-1B58-4642-BA7D-54A8336C0CD9}" presName="hierChild3" presStyleCnt="0"/>
      <dgm:spPr/>
    </dgm:pt>
  </dgm:ptLst>
  <dgm:cxnLst>
    <dgm:cxn modelId="{4C43476C-5D02-4E97-B99A-EC9DF3BD8C6E}" type="presOf" srcId="{53C39CDD-AD4D-41AD-AA3B-6CB884DCAF2A}" destId="{9584CFB4-68F6-46DF-AD87-D0161A9B6FA0}" srcOrd="1" destOrd="0" presId="urn:microsoft.com/office/officeart/2005/8/layout/orgChart1"/>
    <dgm:cxn modelId="{63A2D4BF-EFE3-4203-852C-E96DF2FA24F6}" type="presOf" srcId="{601A93A5-D452-44F4-9E7E-9F8738A9F70C}" destId="{F108DAAE-CD22-4C36-9725-5D89B81BD2FC}" srcOrd="0" destOrd="0" presId="urn:microsoft.com/office/officeart/2005/8/layout/orgChart1"/>
    <dgm:cxn modelId="{C47A066F-B458-4B88-9DF3-7A652555FEC9}" type="presOf" srcId="{E5343328-F10F-47BA-9548-4EA6AAAF0FBF}" destId="{1034A66C-353F-4F12-96DC-6B6769742109}" srcOrd="0" destOrd="0" presId="urn:microsoft.com/office/officeart/2005/8/layout/orgChart1"/>
    <dgm:cxn modelId="{B008856D-CF65-4F84-9D01-5FF03FF3B78A}" srcId="{982C1B26-1B58-4642-BA7D-54A8336C0CD9}" destId="{E5343328-F10F-47BA-9548-4EA6AAAF0FBF}" srcOrd="1" destOrd="0" parTransId="{2B6B05DD-D6A8-456B-9F21-C68B57275CEC}" sibTransId="{26EBB705-AD4C-4220-B9FA-627A4E4EAC0A}"/>
    <dgm:cxn modelId="{5A4680D8-57B1-4B09-ACFA-E6D1E054B8AF}" type="presOf" srcId="{982C1B26-1B58-4642-BA7D-54A8336C0CD9}" destId="{1C59A33E-C990-47D2-AB2A-EBAE965198F9}" srcOrd="0" destOrd="0" presId="urn:microsoft.com/office/officeart/2005/8/layout/orgChart1"/>
    <dgm:cxn modelId="{99730E48-D84B-45F9-BC6D-8529962AB08B}" type="presOf" srcId="{6600CFE7-0357-47E7-AC4D-14FD89B734EB}" destId="{17010A95-A311-4A1B-8875-E50FD81C3519}" srcOrd="1" destOrd="0" presId="urn:microsoft.com/office/officeart/2005/8/layout/orgChart1"/>
    <dgm:cxn modelId="{99EF1239-D6DB-4E21-9DED-D0D74959F109}" type="presOf" srcId="{53C39CDD-AD4D-41AD-AA3B-6CB884DCAF2A}" destId="{A0265EC1-1262-4E5C-AABA-C43732BA613A}" srcOrd="0" destOrd="0" presId="urn:microsoft.com/office/officeart/2005/8/layout/orgChart1"/>
    <dgm:cxn modelId="{C8DE8351-16A5-4675-81A9-383F448F8C58}" type="presOf" srcId="{C01C4B1A-006C-441C-AC97-7D9B420F2A2E}" destId="{CF724A06-EC83-4A7A-A402-98010C123257}" srcOrd="0" destOrd="0" presId="urn:microsoft.com/office/officeart/2005/8/layout/orgChart1"/>
    <dgm:cxn modelId="{72920C27-732A-4D15-B140-D52BCC36C64B}" type="presOf" srcId="{982C1B26-1B58-4642-BA7D-54A8336C0CD9}" destId="{AED712C9-B373-4809-AD00-57320C79CEB8}" srcOrd="1" destOrd="0" presId="urn:microsoft.com/office/officeart/2005/8/layout/orgChart1"/>
    <dgm:cxn modelId="{36714B41-2E91-4890-BB9F-9221A2B4FDB8}" type="presOf" srcId="{E5343328-F10F-47BA-9548-4EA6AAAF0FBF}" destId="{4E2D06B7-FDAD-40DE-8941-C14D6514CDB5}" srcOrd="1" destOrd="0" presId="urn:microsoft.com/office/officeart/2005/8/layout/orgChart1"/>
    <dgm:cxn modelId="{5E541A49-0389-4780-A7B5-F862699E66F9}" srcId="{982C1B26-1B58-4642-BA7D-54A8336C0CD9}" destId="{53C39CDD-AD4D-41AD-AA3B-6CB884DCAF2A}" srcOrd="2" destOrd="0" parTransId="{601A93A5-D452-44F4-9E7E-9F8738A9F70C}" sibTransId="{CCEDB813-B20C-48AD-B850-A73DFEF77045}"/>
    <dgm:cxn modelId="{56D47AB1-E989-413D-BAC0-5696C083ADB5}" type="presOf" srcId="{2B6B05DD-D6A8-456B-9F21-C68B57275CEC}" destId="{C5503C83-95D9-49B0-86A6-C3969CFB93E1}" srcOrd="0" destOrd="0" presId="urn:microsoft.com/office/officeart/2005/8/layout/orgChart1"/>
    <dgm:cxn modelId="{5CB9E148-C84A-4C9E-9802-EA1720B314A3}" srcId="{6FADCC50-FB9A-4B20-84A0-D6450CC77B9F}" destId="{982C1B26-1B58-4642-BA7D-54A8336C0CD9}" srcOrd="0" destOrd="0" parTransId="{60D0AFE8-D12B-4AAD-A9CA-2BDC5AC5AA7A}" sibTransId="{4B52122B-2750-4E3B-AFA4-27B002648815}"/>
    <dgm:cxn modelId="{110EFB4A-2549-4FF9-A0E8-C654D19E2894}" type="presOf" srcId="{6FADCC50-FB9A-4B20-84A0-D6450CC77B9F}" destId="{7BF2BE39-E0E6-49CB-A6FF-CD0B52F71D4F}" srcOrd="0" destOrd="0" presId="urn:microsoft.com/office/officeart/2005/8/layout/orgChart1"/>
    <dgm:cxn modelId="{843F3800-7132-4166-BA56-9010C9C20FA4}" srcId="{982C1B26-1B58-4642-BA7D-54A8336C0CD9}" destId="{6600CFE7-0357-47E7-AC4D-14FD89B734EB}" srcOrd="0" destOrd="0" parTransId="{C01C4B1A-006C-441C-AC97-7D9B420F2A2E}" sibTransId="{6907E893-B93B-4D74-BF1B-A792C1222DD6}"/>
    <dgm:cxn modelId="{E0273565-17DB-4726-A634-EA280440AD8C}" type="presOf" srcId="{6600CFE7-0357-47E7-AC4D-14FD89B734EB}" destId="{2B5E4216-9CD4-4D54-BFCA-CB92B872EBBA}" srcOrd="0" destOrd="0" presId="urn:microsoft.com/office/officeart/2005/8/layout/orgChart1"/>
    <dgm:cxn modelId="{D6EBD50B-5E85-4323-BFD5-94E3E3B0FF5B}" type="presParOf" srcId="{7BF2BE39-E0E6-49CB-A6FF-CD0B52F71D4F}" destId="{C7E5B795-164F-440B-A652-FAD3BCD7EEE7}" srcOrd="0" destOrd="0" presId="urn:microsoft.com/office/officeart/2005/8/layout/orgChart1"/>
    <dgm:cxn modelId="{703B9AD9-4E4A-44B2-859C-65081D35ECC2}" type="presParOf" srcId="{C7E5B795-164F-440B-A652-FAD3BCD7EEE7}" destId="{AE95FB28-85A8-46F2-A0C6-06B07F3F345C}" srcOrd="0" destOrd="0" presId="urn:microsoft.com/office/officeart/2005/8/layout/orgChart1"/>
    <dgm:cxn modelId="{1EA2E152-2A68-44CF-9134-D9DCCF7C80AD}" type="presParOf" srcId="{AE95FB28-85A8-46F2-A0C6-06B07F3F345C}" destId="{1C59A33E-C990-47D2-AB2A-EBAE965198F9}" srcOrd="0" destOrd="0" presId="urn:microsoft.com/office/officeart/2005/8/layout/orgChart1"/>
    <dgm:cxn modelId="{149874F2-E90A-4D41-A223-ABB9F9E38C41}" type="presParOf" srcId="{AE95FB28-85A8-46F2-A0C6-06B07F3F345C}" destId="{AED712C9-B373-4809-AD00-57320C79CEB8}" srcOrd="1" destOrd="0" presId="urn:microsoft.com/office/officeart/2005/8/layout/orgChart1"/>
    <dgm:cxn modelId="{4D470CEB-B50C-4539-A08A-CFC8F2DC8815}" type="presParOf" srcId="{C7E5B795-164F-440B-A652-FAD3BCD7EEE7}" destId="{CA08231A-266B-43BE-A303-1F310E2E20E1}" srcOrd="1" destOrd="0" presId="urn:microsoft.com/office/officeart/2005/8/layout/orgChart1"/>
    <dgm:cxn modelId="{DC6E297E-D9A7-4813-845A-0E7C081B2E53}" type="presParOf" srcId="{CA08231A-266B-43BE-A303-1F310E2E20E1}" destId="{CF724A06-EC83-4A7A-A402-98010C123257}" srcOrd="0" destOrd="0" presId="urn:microsoft.com/office/officeart/2005/8/layout/orgChart1"/>
    <dgm:cxn modelId="{8A8A4230-89D6-4FAC-B77D-7800042CACB8}" type="presParOf" srcId="{CA08231A-266B-43BE-A303-1F310E2E20E1}" destId="{1F6DA436-851D-44BE-A3A9-9229A621B4F7}" srcOrd="1" destOrd="0" presId="urn:microsoft.com/office/officeart/2005/8/layout/orgChart1"/>
    <dgm:cxn modelId="{D4F60FC2-0AC5-40FA-9A13-BD04894A6C09}" type="presParOf" srcId="{1F6DA436-851D-44BE-A3A9-9229A621B4F7}" destId="{22A6300D-191D-4700-A6D1-1A0AEAAAF942}" srcOrd="0" destOrd="0" presId="urn:microsoft.com/office/officeart/2005/8/layout/orgChart1"/>
    <dgm:cxn modelId="{66F48C85-CBC0-4241-9410-DFE109588E05}" type="presParOf" srcId="{22A6300D-191D-4700-A6D1-1A0AEAAAF942}" destId="{2B5E4216-9CD4-4D54-BFCA-CB92B872EBBA}" srcOrd="0" destOrd="0" presId="urn:microsoft.com/office/officeart/2005/8/layout/orgChart1"/>
    <dgm:cxn modelId="{541653B1-9C68-4334-AB5A-1FE6BD9DB918}" type="presParOf" srcId="{22A6300D-191D-4700-A6D1-1A0AEAAAF942}" destId="{17010A95-A311-4A1B-8875-E50FD81C3519}" srcOrd="1" destOrd="0" presId="urn:microsoft.com/office/officeart/2005/8/layout/orgChart1"/>
    <dgm:cxn modelId="{49305BAE-CB56-4B8C-B4C6-12CC3E4F3762}" type="presParOf" srcId="{1F6DA436-851D-44BE-A3A9-9229A621B4F7}" destId="{D27F1C9F-ACCF-447B-860B-9B592DFFDD3F}" srcOrd="1" destOrd="0" presId="urn:microsoft.com/office/officeart/2005/8/layout/orgChart1"/>
    <dgm:cxn modelId="{E5E3B858-0266-44E6-A5B1-1BF5FDC662C1}" type="presParOf" srcId="{1F6DA436-851D-44BE-A3A9-9229A621B4F7}" destId="{0C4D38FE-1503-4639-9A4B-B5126A39B771}" srcOrd="2" destOrd="0" presId="urn:microsoft.com/office/officeart/2005/8/layout/orgChart1"/>
    <dgm:cxn modelId="{7E19C4EE-AFE8-4D41-B1A3-6E807A6C3253}" type="presParOf" srcId="{CA08231A-266B-43BE-A303-1F310E2E20E1}" destId="{C5503C83-95D9-49B0-86A6-C3969CFB93E1}" srcOrd="2" destOrd="0" presId="urn:microsoft.com/office/officeart/2005/8/layout/orgChart1"/>
    <dgm:cxn modelId="{BD7CA0CF-1034-4DAB-9E8F-2F8B25AAB770}" type="presParOf" srcId="{CA08231A-266B-43BE-A303-1F310E2E20E1}" destId="{3BD3C57B-9C44-4D71-85F7-324283A1D14D}" srcOrd="3" destOrd="0" presId="urn:microsoft.com/office/officeart/2005/8/layout/orgChart1"/>
    <dgm:cxn modelId="{22B86664-6764-4E6B-8292-46E158297366}" type="presParOf" srcId="{3BD3C57B-9C44-4D71-85F7-324283A1D14D}" destId="{12DAD6B0-332C-4E1B-86CC-863B4EA08203}" srcOrd="0" destOrd="0" presId="urn:microsoft.com/office/officeart/2005/8/layout/orgChart1"/>
    <dgm:cxn modelId="{3E382A23-420A-4A99-A053-80762B15B266}" type="presParOf" srcId="{12DAD6B0-332C-4E1B-86CC-863B4EA08203}" destId="{1034A66C-353F-4F12-96DC-6B6769742109}" srcOrd="0" destOrd="0" presId="urn:microsoft.com/office/officeart/2005/8/layout/orgChart1"/>
    <dgm:cxn modelId="{B2E562E2-73F8-4D53-AE25-8519FB8C79A8}" type="presParOf" srcId="{12DAD6B0-332C-4E1B-86CC-863B4EA08203}" destId="{4E2D06B7-FDAD-40DE-8941-C14D6514CDB5}" srcOrd="1" destOrd="0" presId="urn:microsoft.com/office/officeart/2005/8/layout/orgChart1"/>
    <dgm:cxn modelId="{08AFAA4B-E4AA-4CEF-BD2B-2D2C0B9C4384}" type="presParOf" srcId="{3BD3C57B-9C44-4D71-85F7-324283A1D14D}" destId="{5F583B81-A1D2-4144-8640-ECE9358F13E9}" srcOrd="1" destOrd="0" presId="urn:microsoft.com/office/officeart/2005/8/layout/orgChart1"/>
    <dgm:cxn modelId="{AC24D7BF-682D-4F15-9838-9833181A490B}" type="presParOf" srcId="{3BD3C57B-9C44-4D71-85F7-324283A1D14D}" destId="{642DFE95-E448-448A-8A64-3629972C4D7D}" srcOrd="2" destOrd="0" presId="urn:microsoft.com/office/officeart/2005/8/layout/orgChart1"/>
    <dgm:cxn modelId="{BA79CADD-8F70-4B30-920D-6908F244DCF7}" type="presParOf" srcId="{CA08231A-266B-43BE-A303-1F310E2E20E1}" destId="{F108DAAE-CD22-4C36-9725-5D89B81BD2FC}" srcOrd="4" destOrd="0" presId="urn:microsoft.com/office/officeart/2005/8/layout/orgChart1"/>
    <dgm:cxn modelId="{FD711583-5234-4390-8C89-745A70D8A13B}" type="presParOf" srcId="{CA08231A-266B-43BE-A303-1F310E2E20E1}" destId="{2B73F90D-E1DF-4A41-B99B-0D5465C3D512}" srcOrd="5" destOrd="0" presId="urn:microsoft.com/office/officeart/2005/8/layout/orgChart1"/>
    <dgm:cxn modelId="{A29D2599-A7C7-469B-BC3E-FDC079ACC7C8}" type="presParOf" srcId="{2B73F90D-E1DF-4A41-B99B-0D5465C3D512}" destId="{AA62492B-5045-4EED-97A5-86A3CA57C2BA}" srcOrd="0" destOrd="0" presId="urn:microsoft.com/office/officeart/2005/8/layout/orgChart1"/>
    <dgm:cxn modelId="{1C4C6DA1-3EDC-4E68-9DCA-E03E3AC3BA9E}" type="presParOf" srcId="{AA62492B-5045-4EED-97A5-86A3CA57C2BA}" destId="{A0265EC1-1262-4E5C-AABA-C43732BA613A}" srcOrd="0" destOrd="0" presId="urn:microsoft.com/office/officeart/2005/8/layout/orgChart1"/>
    <dgm:cxn modelId="{E7830D2E-CB5D-4741-B7FF-5C5D227CB5CC}" type="presParOf" srcId="{AA62492B-5045-4EED-97A5-86A3CA57C2BA}" destId="{9584CFB4-68F6-46DF-AD87-D0161A9B6FA0}" srcOrd="1" destOrd="0" presId="urn:microsoft.com/office/officeart/2005/8/layout/orgChart1"/>
    <dgm:cxn modelId="{7235E6BA-7CE6-49B9-B60A-94DEB7823DA9}" type="presParOf" srcId="{2B73F90D-E1DF-4A41-B99B-0D5465C3D512}" destId="{EBB13CA9-054C-41C0-BEF4-00505351A7C8}" srcOrd="1" destOrd="0" presId="urn:microsoft.com/office/officeart/2005/8/layout/orgChart1"/>
    <dgm:cxn modelId="{8FDB07EE-5A9A-4453-88E2-C344EB0DAF6E}" type="presParOf" srcId="{2B73F90D-E1DF-4A41-B99B-0D5465C3D512}" destId="{E2E2784E-6881-4DD9-AA7A-19C03B6596F9}" srcOrd="2" destOrd="0" presId="urn:microsoft.com/office/officeart/2005/8/layout/orgChart1"/>
    <dgm:cxn modelId="{660C263E-9E65-4724-863A-0AF33B8B624E}" type="presParOf" srcId="{C7E5B795-164F-440B-A652-FAD3BCD7EEE7}" destId="{D1F3EDFF-61DF-4B0B-8750-21A956847859}" srcOrd="2" destOrd="0" presId="urn:microsoft.com/office/officeart/2005/8/layout/orgChart1"/>
  </dgm:cxnLst>
  <dgm:bg/>
  <dgm:whole/>
  <dgm:extLst>
    <a:ext uri="http://schemas.microsoft.com/office/drawing/2008/diagram">
      <dsp:dataModelExt xmlns:dsp="http://schemas.microsoft.com/office/drawing/2008/diagram" xmlns="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6FADCC50-FB9A-4B20-84A0-D6450CC77B9F}" type="doc">
      <dgm:prSet loTypeId="urn:microsoft.com/office/officeart/2005/8/layout/orgChart1" loCatId="hierarchy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de-DE"/>
        </a:p>
      </dgm:t>
    </dgm:pt>
    <dgm:pt modelId="{982C1B26-1B58-4642-BA7D-54A8336C0CD9}">
      <dgm:prSet/>
      <dgm:spPr/>
      <dgm:t>
        <a:bodyPr/>
        <a:lstStyle/>
        <a:p>
          <a:pPr rtl="0"/>
          <a:r>
            <a:rPr lang="de-DE" dirty="0" err="1" smtClean="0"/>
            <a:t>Scrum</a:t>
          </a:r>
          <a:r>
            <a:rPr lang="de-DE" dirty="0" smtClean="0"/>
            <a:t>-Team</a:t>
          </a:r>
          <a:endParaRPr lang="de-DE" dirty="0"/>
        </a:p>
      </dgm:t>
    </dgm:pt>
    <dgm:pt modelId="{60D0AFE8-D12B-4AAD-A9CA-2BDC5AC5AA7A}" type="parTrans" cxnId="{5CB9E148-C84A-4C9E-9802-EA1720B314A3}">
      <dgm:prSet/>
      <dgm:spPr/>
      <dgm:t>
        <a:bodyPr/>
        <a:lstStyle/>
        <a:p>
          <a:endParaRPr lang="de-DE"/>
        </a:p>
      </dgm:t>
    </dgm:pt>
    <dgm:pt modelId="{4B52122B-2750-4E3B-AFA4-27B002648815}" type="sibTrans" cxnId="{5CB9E148-C84A-4C9E-9802-EA1720B314A3}">
      <dgm:prSet/>
      <dgm:spPr/>
      <dgm:t>
        <a:bodyPr/>
        <a:lstStyle/>
        <a:p>
          <a:endParaRPr lang="de-DE"/>
        </a:p>
      </dgm:t>
    </dgm:pt>
    <dgm:pt modelId="{6600CFE7-0357-47E7-AC4D-14FD89B734EB}">
      <dgm:prSet/>
      <dgm:spPr/>
      <dgm:t>
        <a:bodyPr/>
        <a:lstStyle/>
        <a:p>
          <a:pPr rtl="0"/>
          <a:r>
            <a:rPr lang="de-DE" dirty="0" err="1" smtClean="0"/>
            <a:t>Product</a:t>
          </a:r>
          <a:r>
            <a:rPr lang="de-DE" dirty="0" smtClean="0"/>
            <a:t> </a:t>
          </a:r>
          <a:r>
            <a:rPr lang="de-DE" dirty="0" err="1" smtClean="0"/>
            <a:t>Owner</a:t>
          </a:r>
          <a:endParaRPr lang="de-DE" dirty="0"/>
        </a:p>
      </dgm:t>
    </dgm:pt>
    <dgm:pt modelId="{C01C4B1A-006C-441C-AC97-7D9B420F2A2E}" type="parTrans" cxnId="{843F3800-7132-4166-BA56-9010C9C20FA4}">
      <dgm:prSet/>
      <dgm:spPr/>
      <dgm:t>
        <a:bodyPr/>
        <a:lstStyle/>
        <a:p>
          <a:endParaRPr lang="de-DE"/>
        </a:p>
      </dgm:t>
    </dgm:pt>
    <dgm:pt modelId="{6907E893-B93B-4D74-BF1B-A792C1222DD6}" type="sibTrans" cxnId="{843F3800-7132-4166-BA56-9010C9C20FA4}">
      <dgm:prSet/>
      <dgm:spPr/>
      <dgm:t>
        <a:bodyPr/>
        <a:lstStyle/>
        <a:p>
          <a:endParaRPr lang="de-DE"/>
        </a:p>
      </dgm:t>
    </dgm:pt>
    <dgm:pt modelId="{E5343328-F10F-47BA-9548-4EA6AAAF0FBF}">
      <dgm:prSet/>
      <dgm:spPr/>
      <dgm:t>
        <a:bodyPr/>
        <a:lstStyle/>
        <a:p>
          <a:pPr rtl="0"/>
          <a:r>
            <a:rPr lang="de-DE" dirty="0" err="1" smtClean="0"/>
            <a:t>Scrum</a:t>
          </a:r>
          <a:r>
            <a:rPr lang="de-DE" dirty="0" smtClean="0"/>
            <a:t>-Master</a:t>
          </a:r>
          <a:endParaRPr lang="de-DE" dirty="0"/>
        </a:p>
      </dgm:t>
    </dgm:pt>
    <dgm:pt modelId="{2B6B05DD-D6A8-456B-9F21-C68B57275CEC}" type="parTrans" cxnId="{B008856D-CF65-4F84-9D01-5FF03FF3B78A}">
      <dgm:prSet/>
      <dgm:spPr/>
      <dgm:t>
        <a:bodyPr/>
        <a:lstStyle/>
        <a:p>
          <a:endParaRPr lang="de-DE"/>
        </a:p>
      </dgm:t>
    </dgm:pt>
    <dgm:pt modelId="{26EBB705-AD4C-4220-B9FA-627A4E4EAC0A}" type="sibTrans" cxnId="{B008856D-CF65-4F84-9D01-5FF03FF3B78A}">
      <dgm:prSet/>
      <dgm:spPr/>
      <dgm:t>
        <a:bodyPr/>
        <a:lstStyle/>
        <a:p>
          <a:endParaRPr lang="de-DE"/>
        </a:p>
      </dgm:t>
    </dgm:pt>
    <dgm:pt modelId="{53C39CDD-AD4D-41AD-AA3B-6CB884DCAF2A}">
      <dgm:prSet/>
      <dgm:spPr/>
      <dgm:t>
        <a:bodyPr/>
        <a:lstStyle/>
        <a:p>
          <a:pPr rtl="0"/>
          <a:r>
            <a:rPr lang="de-DE" dirty="0" smtClean="0"/>
            <a:t>Entwicklungsteam</a:t>
          </a:r>
          <a:endParaRPr lang="de-DE" dirty="0"/>
        </a:p>
      </dgm:t>
    </dgm:pt>
    <dgm:pt modelId="{601A93A5-D452-44F4-9E7E-9F8738A9F70C}" type="parTrans" cxnId="{5E541A49-0389-4780-A7B5-F862699E66F9}">
      <dgm:prSet/>
      <dgm:spPr/>
      <dgm:t>
        <a:bodyPr/>
        <a:lstStyle/>
        <a:p>
          <a:endParaRPr lang="de-DE"/>
        </a:p>
      </dgm:t>
    </dgm:pt>
    <dgm:pt modelId="{CCEDB813-B20C-48AD-B850-A73DFEF77045}" type="sibTrans" cxnId="{5E541A49-0389-4780-A7B5-F862699E66F9}">
      <dgm:prSet/>
      <dgm:spPr/>
      <dgm:t>
        <a:bodyPr/>
        <a:lstStyle/>
        <a:p>
          <a:endParaRPr lang="de-DE"/>
        </a:p>
      </dgm:t>
    </dgm:pt>
    <dgm:pt modelId="{7BF2BE39-E0E6-49CB-A6FF-CD0B52F71D4F}" type="pres">
      <dgm:prSet presAssocID="{6FADCC50-FB9A-4B20-84A0-D6450CC77B9F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</dgm:pt>
    <dgm:pt modelId="{C7E5B795-164F-440B-A652-FAD3BCD7EEE7}" type="pres">
      <dgm:prSet presAssocID="{982C1B26-1B58-4642-BA7D-54A8336C0CD9}" presName="hierRoot1" presStyleCnt="0">
        <dgm:presLayoutVars>
          <dgm:hierBranch val="init"/>
        </dgm:presLayoutVars>
      </dgm:prSet>
      <dgm:spPr/>
    </dgm:pt>
    <dgm:pt modelId="{AE95FB28-85A8-46F2-A0C6-06B07F3F345C}" type="pres">
      <dgm:prSet presAssocID="{982C1B26-1B58-4642-BA7D-54A8336C0CD9}" presName="rootComposite1" presStyleCnt="0"/>
      <dgm:spPr/>
    </dgm:pt>
    <dgm:pt modelId="{1C59A33E-C990-47D2-AB2A-EBAE965198F9}" type="pres">
      <dgm:prSet presAssocID="{982C1B26-1B58-4642-BA7D-54A8336C0CD9}" presName="rootText1" presStyleLbl="node0" presStyleIdx="0" presStyleCnt="1">
        <dgm:presLayoutVars>
          <dgm:chPref val="3"/>
        </dgm:presLayoutVars>
      </dgm:prSet>
      <dgm:spPr/>
    </dgm:pt>
    <dgm:pt modelId="{AED712C9-B373-4809-AD00-57320C79CEB8}" type="pres">
      <dgm:prSet presAssocID="{982C1B26-1B58-4642-BA7D-54A8336C0CD9}" presName="rootConnector1" presStyleLbl="node1" presStyleIdx="0" presStyleCnt="0"/>
      <dgm:spPr/>
    </dgm:pt>
    <dgm:pt modelId="{CA08231A-266B-43BE-A303-1F310E2E20E1}" type="pres">
      <dgm:prSet presAssocID="{982C1B26-1B58-4642-BA7D-54A8336C0CD9}" presName="hierChild2" presStyleCnt="0"/>
      <dgm:spPr/>
    </dgm:pt>
    <dgm:pt modelId="{CF724A06-EC83-4A7A-A402-98010C123257}" type="pres">
      <dgm:prSet presAssocID="{C01C4B1A-006C-441C-AC97-7D9B420F2A2E}" presName="Name37" presStyleLbl="parChTrans1D2" presStyleIdx="0" presStyleCnt="3"/>
      <dgm:spPr/>
    </dgm:pt>
    <dgm:pt modelId="{1F6DA436-851D-44BE-A3A9-9229A621B4F7}" type="pres">
      <dgm:prSet presAssocID="{6600CFE7-0357-47E7-AC4D-14FD89B734EB}" presName="hierRoot2" presStyleCnt="0">
        <dgm:presLayoutVars>
          <dgm:hierBranch val="init"/>
        </dgm:presLayoutVars>
      </dgm:prSet>
      <dgm:spPr/>
    </dgm:pt>
    <dgm:pt modelId="{22A6300D-191D-4700-A6D1-1A0AEAAAF942}" type="pres">
      <dgm:prSet presAssocID="{6600CFE7-0357-47E7-AC4D-14FD89B734EB}" presName="rootComposite" presStyleCnt="0"/>
      <dgm:spPr/>
    </dgm:pt>
    <dgm:pt modelId="{2B5E4216-9CD4-4D54-BFCA-CB92B872EBBA}" type="pres">
      <dgm:prSet presAssocID="{6600CFE7-0357-47E7-AC4D-14FD89B734EB}" presName="rootText" presStyleLbl="node2" presStyleIdx="0" presStyleCnt="3">
        <dgm:presLayoutVars>
          <dgm:chPref val="3"/>
        </dgm:presLayoutVars>
      </dgm:prSet>
      <dgm:spPr/>
    </dgm:pt>
    <dgm:pt modelId="{17010A95-A311-4A1B-8875-E50FD81C3519}" type="pres">
      <dgm:prSet presAssocID="{6600CFE7-0357-47E7-AC4D-14FD89B734EB}" presName="rootConnector" presStyleLbl="node2" presStyleIdx="0" presStyleCnt="3"/>
      <dgm:spPr/>
    </dgm:pt>
    <dgm:pt modelId="{D27F1C9F-ACCF-447B-860B-9B592DFFDD3F}" type="pres">
      <dgm:prSet presAssocID="{6600CFE7-0357-47E7-AC4D-14FD89B734EB}" presName="hierChild4" presStyleCnt="0"/>
      <dgm:spPr/>
    </dgm:pt>
    <dgm:pt modelId="{0C4D38FE-1503-4639-9A4B-B5126A39B771}" type="pres">
      <dgm:prSet presAssocID="{6600CFE7-0357-47E7-AC4D-14FD89B734EB}" presName="hierChild5" presStyleCnt="0"/>
      <dgm:spPr/>
    </dgm:pt>
    <dgm:pt modelId="{C5503C83-95D9-49B0-86A6-C3969CFB93E1}" type="pres">
      <dgm:prSet presAssocID="{2B6B05DD-D6A8-456B-9F21-C68B57275CEC}" presName="Name37" presStyleLbl="parChTrans1D2" presStyleIdx="1" presStyleCnt="3"/>
      <dgm:spPr/>
    </dgm:pt>
    <dgm:pt modelId="{3BD3C57B-9C44-4D71-85F7-324283A1D14D}" type="pres">
      <dgm:prSet presAssocID="{E5343328-F10F-47BA-9548-4EA6AAAF0FBF}" presName="hierRoot2" presStyleCnt="0">
        <dgm:presLayoutVars>
          <dgm:hierBranch val="init"/>
        </dgm:presLayoutVars>
      </dgm:prSet>
      <dgm:spPr/>
    </dgm:pt>
    <dgm:pt modelId="{12DAD6B0-332C-4E1B-86CC-863B4EA08203}" type="pres">
      <dgm:prSet presAssocID="{E5343328-F10F-47BA-9548-4EA6AAAF0FBF}" presName="rootComposite" presStyleCnt="0"/>
      <dgm:spPr/>
    </dgm:pt>
    <dgm:pt modelId="{1034A66C-353F-4F12-96DC-6B6769742109}" type="pres">
      <dgm:prSet presAssocID="{E5343328-F10F-47BA-9548-4EA6AAAF0FBF}" presName="rootText" presStyleLbl="node2" presStyleIdx="1" presStyleCnt="3">
        <dgm:presLayoutVars>
          <dgm:chPref val="3"/>
        </dgm:presLayoutVars>
      </dgm:prSet>
      <dgm:spPr/>
    </dgm:pt>
    <dgm:pt modelId="{4E2D06B7-FDAD-40DE-8941-C14D6514CDB5}" type="pres">
      <dgm:prSet presAssocID="{E5343328-F10F-47BA-9548-4EA6AAAF0FBF}" presName="rootConnector" presStyleLbl="node2" presStyleIdx="1" presStyleCnt="3"/>
      <dgm:spPr/>
    </dgm:pt>
    <dgm:pt modelId="{5F583B81-A1D2-4144-8640-ECE9358F13E9}" type="pres">
      <dgm:prSet presAssocID="{E5343328-F10F-47BA-9548-4EA6AAAF0FBF}" presName="hierChild4" presStyleCnt="0"/>
      <dgm:spPr/>
    </dgm:pt>
    <dgm:pt modelId="{642DFE95-E448-448A-8A64-3629972C4D7D}" type="pres">
      <dgm:prSet presAssocID="{E5343328-F10F-47BA-9548-4EA6AAAF0FBF}" presName="hierChild5" presStyleCnt="0"/>
      <dgm:spPr/>
    </dgm:pt>
    <dgm:pt modelId="{F108DAAE-CD22-4C36-9725-5D89B81BD2FC}" type="pres">
      <dgm:prSet presAssocID="{601A93A5-D452-44F4-9E7E-9F8738A9F70C}" presName="Name37" presStyleLbl="parChTrans1D2" presStyleIdx="2" presStyleCnt="3"/>
      <dgm:spPr/>
    </dgm:pt>
    <dgm:pt modelId="{2B73F90D-E1DF-4A41-B99B-0D5465C3D512}" type="pres">
      <dgm:prSet presAssocID="{53C39CDD-AD4D-41AD-AA3B-6CB884DCAF2A}" presName="hierRoot2" presStyleCnt="0">
        <dgm:presLayoutVars>
          <dgm:hierBranch val="init"/>
        </dgm:presLayoutVars>
      </dgm:prSet>
      <dgm:spPr/>
    </dgm:pt>
    <dgm:pt modelId="{AA62492B-5045-4EED-97A5-86A3CA57C2BA}" type="pres">
      <dgm:prSet presAssocID="{53C39CDD-AD4D-41AD-AA3B-6CB884DCAF2A}" presName="rootComposite" presStyleCnt="0"/>
      <dgm:spPr/>
    </dgm:pt>
    <dgm:pt modelId="{A0265EC1-1262-4E5C-AABA-C43732BA613A}" type="pres">
      <dgm:prSet presAssocID="{53C39CDD-AD4D-41AD-AA3B-6CB884DCAF2A}" presName="rootText" presStyleLbl="node2" presStyleIdx="2" presStyleCnt="3">
        <dgm:presLayoutVars>
          <dgm:chPref val="3"/>
        </dgm:presLayoutVars>
      </dgm:prSet>
      <dgm:spPr/>
    </dgm:pt>
    <dgm:pt modelId="{9584CFB4-68F6-46DF-AD87-D0161A9B6FA0}" type="pres">
      <dgm:prSet presAssocID="{53C39CDD-AD4D-41AD-AA3B-6CB884DCAF2A}" presName="rootConnector" presStyleLbl="node2" presStyleIdx="2" presStyleCnt="3"/>
      <dgm:spPr/>
    </dgm:pt>
    <dgm:pt modelId="{EBB13CA9-054C-41C0-BEF4-00505351A7C8}" type="pres">
      <dgm:prSet presAssocID="{53C39CDD-AD4D-41AD-AA3B-6CB884DCAF2A}" presName="hierChild4" presStyleCnt="0"/>
      <dgm:spPr/>
    </dgm:pt>
    <dgm:pt modelId="{E2E2784E-6881-4DD9-AA7A-19C03B6596F9}" type="pres">
      <dgm:prSet presAssocID="{53C39CDD-AD4D-41AD-AA3B-6CB884DCAF2A}" presName="hierChild5" presStyleCnt="0"/>
      <dgm:spPr/>
    </dgm:pt>
    <dgm:pt modelId="{D1F3EDFF-61DF-4B0B-8750-21A956847859}" type="pres">
      <dgm:prSet presAssocID="{982C1B26-1B58-4642-BA7D-54A8336C0CD9}" presName="hierChild3" presStyleCnt="0"/>
      <dgm:spPr/>
    </dgm:pt>
  </dgm:ptLst>
  <dgm:cxnLst>
    <dgm:cxn modelId="{24EFA303-DFB8-4B2E-A948-615100E18EF0}" type="presOf" srcId="{6600CFE7-0357-47E7-AC4D-14FD89B734EB}" destId="{2B5E4216-9CD4-4D54-BFCA-CB92B872EBBA}" srcOrd="0" destOrd="0" presId="urn:microsoft.com/office/officeart/2005/8/layout/orgChart1"/>
    <dgm:cxn modelId="{A39440BF-6A34-4C97-BBD9-CC2D2C97C3C1}" type="presOf" srcId="{53C39CDD-AD4D-41AD-AA3B-6CB884DCAF2A}" destId="{9584CFB4-68F6-46DF-AD87-D0161A9B6FA0}" srcOrd="1" destOrd="0" presId="urn:microsoft.com/office/officeart/2005/8/layout/orgChart1"/>
    <dgm:cxn modelId="{C92E4E9D-0697-4E2E-899C-7FFA1B90D97F}" type="presOf" srcId="{C01C4B1A-006C-441C-AC97-7D9B420F2A2E}" destId="{CF724A06-EC83-4A7A-A402-98010C123257}" srcOrd="0" destOrd="0" presId="urn:microsoft.com/office/officeart/2005/8/layout/orgChart1"/>
    <dgm:cxn modelId="{2AA4CBDB-428A-46C4-8DB5-E0C23E6F6371}" type="presOf" srcId="{601A93A5-D452-44F4-9E7E-9F8738A9F70C}" destId="{F108DAAE-CD22-4C36-9725-5D89B81BD2FC}" srcOrd="0" destOrd="0" presId="urn:microsoft.com/office/officeart/2005/8/layout/orgChart1"/>
    <dgm:cxn modelId="{5CB9E148-C84A-4C9E-9802-EA1720B314A3}" srcId="{6FADCC50-FB9A-4B20-84A0-D6450CC77B9F}" destId="{982C1B26-1B58-4642-BA7D-54A8336C0CD9}" srcOrd="0" destOrd="0" parTransId="{60D0AFE8-D12B-4AAD-A9CA-2BDC5AC5AA7A}" sibTransId="{4B52122B-2750-4E3B-AFA4-27B002648815}"/>
    <dgm:cxn modelId="{5E541A49-0389-4780-A7B5-F862699E66F9}" srcId="{982C1B26-1B58-4642-BA7D-54A8336C0CD9}" destId="{53C39CDD-AD4D-41AD-AA3B-6CB884DCAF2A}" srcOrd="2" destOrd="0" parTransId="{601A93A5-D452-44F4-9E7E-9F8738A9F70C}" sibTransId="{CCEDB813-B20C-48AD-B850-A73DFEF77045}"/>
    <dgm:cxn modelId="{E8D011A8-DCDD-4FB0-B7F8-04EC10298209}" type="presOf" srcId="{982C1B26-1B58-4642-BA7D-54A8336C0CD9}" destId="{1C59A33E-C990-47D2-AB2A-EBAE965198F9}" srcOrd="0" destOrd="0" presId="urn:microsoft.com/office/officeart/2005/8/layout/orgChart1"/>
    <dgm:cxn modelId="{843F3800-7132-4166-BA56-9010C9C20FA4}" srcId="{982C1B26-1B58-4642-BA7D-54A8336C0CD9}" destId="{6600CFE7-0357-47E7-AC4D-14FD89B734EB}" srcOrd="0" destOrd="0" parTransId="{C01C4B1A-006C-441C-AC97-7D9B420F2A2E}" sibTransId="{6907E893-B93B-4D74-BF1B-A792C1222DD6}"/>
    <dgm:cxn modelId="{89743918-119E-464E-BD49-95C337E0AC94}" type="presOf" srcId="{E5343328-F10F-47BA-9548-4EA6AAAF0FBF}" destId="{4E2D06B7-FDAD-40DE-8941-C14D6514CDB5}" srcOrd="1" destOrd="0" presId="urn:microsoft.com/office/officeart/2005/8/layout/orgChart1"/>
    <dgm:cxn modelId="{46739A05-67BD-4D21-ACE7-F731A2FD2A40}" type="presOf" srcId="{6FADCC50-FB9A-4B20-84A0-D6450CC77B9F}" destId="{7BF2BE39-E0E6-49CB-A6FF-CD0B52F71D4F}" srcOrd="0" destOrd="0" presId="urn:microsoft.com/office/officeart/2005/8/layout/orgChart1"/>
    <dgm:cxn modelId="{B008856D-CF65-4F84-9D01-5FF03FF3B78A}" srcId="{982C1B26-1B58-4642-BA7D-54A8336C0CD9}" destId="{E5343328-F10F-47BA-9548-4EA6AAAF0FBF}" srcOrd="1" destOrd="0" parTransId="{2B6B05DD-D6A8-456B-9F21-C68B57275CEC}" sibTransId="{26EBB705-AD4C-4220-B9FA-627A4E4EAC0A}"/>
    <dgm:cxn modelId="{D5409BA5-B6CA-4069-AE6A-D4A4932EFF63}" type="presOf" srcId="{6600CFE7-0357-47E7-AC4D-14FD89B734EB}" destId="{17010A95-A311-4A1B-8875-E50FD81C3519}" srcOrd="1" destOrd="0" presId="urn:microsoft.com/office/officeart/2005/8/layout/orgChart1"/>
    <dgm:cxn modelId="{AD8FC018-4D78-4AB1-8402-CC9E6C83B452}" type="presOf" srcId="{2B6B05DD-D6A8-456B-9F21-C68B57275CEC}" destId="{C5503C83-95D9-49B0-86A6-C3969CFB93E1}" srcOrd="0" destOrd="0" presId="urn:microsoft.com/office/officeart/2005/8/layout/orgChart1"/>
    <dgm:cxn modelId="{FCF38E5C-227B-44F7-B873-C69F2E453648}" type="presOf" srcId="{982C1B26-1B58-4642-BA7D-54A8336C0CD9}" destId="{AED712C9-B373-4809-AD00-57320C79CEB8}" srcOrd="1" destOrd="0" presId="urn:microsoft.com/office/officeart/2005/8/layout/orgChart1"/>
    <dgm:cxn modelId="{1357DC7A-CA87-4127-97A8-98B763618C33}" type="presOf" srcId="{53C39CDD-AD4D-41AD-AA3B-6CB884DCAF2A}" destId="{A0265EC1-1262-4E5C-AABA-C43732BA613A}" srcOrd="0" destOrd="0" presId="urn:microsoft.com/office/officeart/2005/8/layout/orgChart1"/>
    <dgm:cxn modelId="{47AC5D7E-3FCD-4308-B296-BE4A6AC59FC1}" type="presOf" srcId="{E5343328-F10F-47BA-9548-4EA6AAAF0FBF}" destId="{1034A66C-353F-4F12-96DC-6B6769742109}" srcOrd="0" destOrd="0" presId="urn:microsoft.com/office/officeart/2005/8/layout/orgChart1"/>
    <dgm:cxn modelId="{59D3D564-A3B3-4D9F-9497-F3C03BFD697A}" type="presParOf" srcId="{7BF2BE39-E0E6-49CB-A6FF-CD0B52F71D4F}" destId="{C7E5B795-164F-440B-A652-FAD3BCD7EEE7}" srcOrd="0" destOrd="0" presId="urn:microsoft.com/office/officeart/2005/8/layout/orgChart1"/>
    <dgm:cxn modelId="{073407B8-8648-444C-8DFE-2BBAFF67038D}" type="presParOf" srcId="{C7E5B795-164F-440B-A652-FAD3BCD7EEE7}" destId="{AE95FB28-85A8-46F2-A0C6-06B07F3F345C}" srcOrd="0" destOrd="0" presId="urn:microsoft.com/office/officeart/2005/8/layout/orgChart1"/>
    <dgm:cxn modelId="{6386F3A9-F7FF-44E5-8FB1-061495961600}" type="presParOf" srcId="{AE95FB28-85A8-46F2-A0C6-06B07F3F345C}" destId="{1C59A33E-C990-47D2-AB2A-EBAE965198F9}" srcOrd="0" destOrd="0" presId="urn:microsoft.com/office/officeart/2005/8/layout/orgChart1"/>
    <dgm:cxn modelId="{5DD3B4C5-597D-435B-84C6-DFB826F4F03C}" type="presParOf" srcId="{AE95FB28-85A8-46F2-A0C6-06B07F3F345C}" destId="{AED712C9-B373-4809-AD00-57320C79CEB8}" srcOrd="1" destOrd="0" presId="urn:microsoft.com/office/officeart/2005/8/layout/orgChart1"/>
    <dgm:cxn modelId="{5F3A066F-06C4-4E6A-952C-5896D8FA825F}" type="presParOf" srcId="{C7E5B795-164F-440B-A652-FAD3BCD7EEE7}" destId="{CA08231A-266B-43BE-A303-1F310E2E20E1}" srcOrd="1" destOrd="0" presId="urn:microsoft.com/office/officeart/2005/8/layout/orgChart1"/>
    <dgm:cxn modelId="{035607CF-1D99-4BBB-8834-7BF764F7AB8A}" type="presParOf" srcId="{CA08231A-266B-43BE-A303-1F310E2E20E1}" destId="{CF724A06-EC83-4A7A-A402-98010C123257}" srcOrd="0" destOrd="0" presId="urn:microsoft.com/office/officeart/2005/8/layout/orgChart1"/>
    <dgm:cxn modelId="{0B782A71-DF2A-4D9F-A0FF-82E101778A41}" type="presParOf" srcId="{CA08231A-266B-43BE-A303-1F310E2E20E1}" destId="{1F6DA436-851D-44BE-A3A9-9229A621B4F7}" srcOrd="1" destOrd="0" presId="urn:microsoft.com/office/officeart/2005/8/layout/orgChart1"/>
    <dgm:cxn modelId="{DE27C652-9E05-4D49-8060-3F9363C45CD1}" type="presParOf" srcId="{1F6DA436-851D-44BE-A3A9-9229A621B4F7}" destId="{22A6300D-191D-4700-A6D1-1A0AEAAAF942}" srcOrd="0" destOrd="0" presId="urn:microsoft.com/office/officeart/2005/8/layout/orgChart1"/>
    <dgm:cxn modelId="{B07CCB61-CC41-4969-9B58-1F492F8CB61E}" type="presParOf" srcId="{22A6300D-191D-4700-A6D1-1A0AEAAAF942}" destId="{2B5E4216-9CD4-4D54-BFCA-CB92B872EBBA}" srcOrd="0" destOrd="0" presId="urn:microsoft.com/office/officeart/2005/8/layout/orgChart1"/>
    <dgm:cxn modelId="{63ADA73E-7FFA-45E7-82BD-BEEE22960B67}" type="presParOf" srcId="{22A6300D-191D-4700-A6D1-1A0AEAAAF942}" destId="{17010A95-A311-4A1B-8875-E50FD81C3519}" srcOrd="1" destOrd="0" presId="urn:microsoft.com/office/officeart/2005/8/layout/orgChart1"/>
    <dgm:cxn modelId="{4E3FD7FD-8ADB-4A37-860F-39F309B88DD0}" type="presParOf" srcId="{1F6DA436-851D-44BE-A3A9-9229A621B4F7}" destId="{D27F1C9F-ACCF-447B-860B-9B592DFFDD3F}" srcOrd="1" destOrd="0" presId="urn:microsoft.com/office/officeart/2005/8/layout/orgChart1"/>
    <dgm:cxn modelId="{1E586833-CB4A-4246-B614-414E1F8F67EA}" type="presParOf" srcId="{1F6DA436-851D-44BE-A3A9-9229A621B4F7}" destId="{0C4D38FE-1503-4639-9A4B-B5126A39B771}" srcOrd="2" destOrd="0" presId="urn:microsoft.com/office/officeart/2005/8/layout/orgChart1"/>
    <dgm:cxn modelId="{DC46F548-3F0C-4A50-B281-BAECB1ADF431}" type="presParOf" srcId="{CA08231A-266B-43BE-A303-1F310E2E20E1}" destId="{C5503C83-95D9-49B0-86A6-C3969CFB93E1}" srcOrd="2" destOrd="0" presId="urn:microsoft.com/office/officeart/2005/8/layout/orgChart1"/>
    <dgm:cxn modelId="{A96146CA-E0A0-4016-A523-470A390FD431}" type="presParOf" srcId="{CA08231A-266B-43BE-A303-1F310E2E20E1}" destId="{3BD3C57B-9C44-4D71-85F7-324283A1D14D}" srcOrd="3" destOrd="0" presId="urn:microsoft.com/office/officeart/2005/8/layout/orgChart1"/>
    <dgm:cxn modelId="{D80FCB2C-819B-40B1-BCFC-57CDDD51B561}" type="presParOf" srcId="{3BD3C57B-9C44-4D71-85F7-324283A1D14D}" destId="{12DAD6B0-332C-4E1B-86CC-863B4EA08203}" srcOrd="0" destOrd="0" presId="urn:microsoft.com/office/officeart/2005/8/layout/orgChart1"/>
    <dgm:cxn modelId="{E2681FA5-FC52-42FC-B9FD-724D1EE3AB22}" type="presParOf" srcId="{12DAD6B0-332C-4E1B-86CC-863B4EA08203}" destId="{1034A66C-353F-4F12-96DC-6B6769742109}" srcOrd="0" destOrd="0" presId="urn:microsoft.com/office/officeart/2005/8/layout/orgChart1"/>
    <dgm:cxn modelId="{F4C94730-DFB9-4502-B381-F9745D7F685D}" type="presParOf" srcId="{12DAD6B0-332C-4E1B-86CC-863B4EA08203}" destId="{4E2D06B7-FDAD-40DE-8941-C14D6514CDB5}" srcOrd="1" destOrd="0" presId="urn:microsoft.com/office/officeart/2005/8/layout/orgChart1"/>
    <dgm:cxn modelId="{7D067F44-25E3-401B-828E-EFB3D6C01B65}" type="presParOf" srcId="{3BD3C57B-9C44-4D71-85F7-324283A1D14D}" destId="{5F583B81-A1D2-4144-8640-ECE9358F13E9}" srcOrd="1" destOrd="0" presId="urn:microsoft.com/office/officeart/2005/8/layout/orgChart1"/>
    <dgm:cxn modelId="{551554F7-7E8A-4F34-A84D-BA0159BD3653}" type="presParOf" srcId="{3BD3C57B-9C44-4D71-85F7-324283A1D14D}" destId="{642DFE95-E448-448A-8A64-3629972C4D7D}" srcOrd="2" destOrd="0" presId="urn:microsoft.com/office/officeart/2005/8/layout/orgChart1"/>
    <dgm:cxn modelId="{29A8EF8E-FE52-41A2-BB50-DD9D9BE47D66}" type="presParOf" srcId="{CA08231A-266B-43BE-A303-1F310E2E20E1}" destId="{F108DAAE-CD22-4C36-9725-5D89B81BD2FC}" srcOrd="4" destOrd="0" presId="urn:microsoft.com/office/officeart/2005/8/layout/orgChart1"/>
    <dgm:cxn modelId="{8B7AE7EB-A6F1-4832-87C0-1A8F08723BFD}" type="presParOf" srcId="{CA08231A-266B-43BE-A303-1F310E2E20E1}" destId="{2B73F90D-E1DF-4A41-B99B-0D5465C3D512}" srcOrd="5" destOrd="0" presId="urn:microsoft.com/office/officeart/2005/8/layout/orgChart1"/>
    <dgm:cxn modelId="{14E284B8-D24B-4D41-925B-BAEDC30E829F}" type="presParOf" srcId="{2B73F90D-E1DF-4A41-B99B-0D5465C3D512}" destId="{AA62492B-5045-4EED-97A5-86A3CA57C2BA}" srcOrd="0" destOrd="0" presId="urn:microsoft.com/office/officeart/2005/8/layout/orgChart1"/>
    <dgm:cxn modelId="{FF525240-7B2F-4678-AF55-50404C1AFE61}" type="presParOf" srcId="{AA62492B-5045-4EED-97A5-86A3CA57C2BA}" destId="{A0265EC1-1262-4E5C-AABA-C43732BA613A}" srcOrd="0" destOrd="0" presId="urn:microsoft.com/office/officeart/2005/8/layout/orgChart1"/>
    <dgm:cxn modelId="{FB3981FA-9898-400B-A731-CC8470544E35}" type="presParOf" srcId="{AA62492B-5045-4EED-97A5-86A3CA57C2BA}" destId="{9584CFB4-68F6-46DF-AD87-D0161A9B6FA0}" srcOrd="1" destOrd="0" presId="urn:microsoft.com/office/officeart/2005/8/layout/orgChart1"/>
    <dgm:cxn modelId="{3F2FD473-4617-4BB6-A6E0-E50C7D521CA2}" type="presParOf" srcId="{2B73F90D-E1DF-4A41-B99B-0D5465C3D512}" destId="{EBB13CA9-054C-41C0-BEF4-00505351A7C8}" srcOrd="1" destOrd="0" presId="urn:microsoft.com/office/officeart/2005/8/layout/orgChart1"/>
    <dgm:cxn modelId="{7254D1D7-89EC-4466-BCA3-D348D0F857D7}" type="presParOf" srcId="{2B73F90D-E1DF-4A41-B99B-0D5465C3D512}" destId="{E2E2784E-6881-4DD9-AA7A-19C03B6596F9}" srcOrd="2" destOrd="0" presId="urn:microsoft.com/office/officeart/2005/8/layout/orgChart1"/>
    <dgm:cxn modelId="{9AAE979C-967A-4314-AB6E-644C651AEC6E}" type="presParOf" srcId="{C7E5B795-164F-440B-A652-FAD3BCD7EEE7}" destId="{D1F3EDFF-61DF-4B0B-8750-21A956847859}" srcOrd="2" destOrd="0" presId="urn:microsoft.com/office/officeart/2005/8/layout/orgChart1"/>
  </dgm:cxnLst>
  <dgm:bg/>
  <dgm:whole/>
  <dgm:extLst>
    <a:ext uri="http://schemas.microsoft.com/office/drawing/2008/diagram">
      <dsp:dataModelExt xmlns:dsp="http://schemas.microsoft.com/office/drawing/2008/diagram" xmlns="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054ECC2A-D525-4E32-B907-5DD55212595D}" type="doc">
      <dgm:prSet loTypeId="urn:microsoft.com/office/officeart/2005/8/layout/vList6" loCatId="process" qsTypeId="urn:microsoft.com/office/officeart/2005/8/quickstyle/3d9" qsCatId="3D" csTypeId="urn:microsoft.com/office/officeart/2005/8/colors/colorful3" csCatId="colorful" phldr="1"/>
      <dgm:spPr/>
      <dgm:t>
        <a:bodyPr/>
        <a:lstStyle/>
        <a:p>
          <a:endParaRPr lang="de-DE"/>
        </a:p>
      </dgm:t>
    </dgm:pt>
    <dgm:pt modelId="{1C048473-D09D-49AE-9BE0-6D470CE844BD}">
      <dgm:prSet phldrT="[Text]"/>
      <dgm:spPr/>
      <dgm:t>
        <a:bodyPr/>
        <a:lstStyle/>
        <a:p>
          <a:r>
            <a:rPr lang="de-DE" dirty="0" err="1" smtClean="0"/>
            <a:t>Backlog</a:t>
          </a:r>
          <a:r>
            <a:rPr lang="de-DE" dirty="0" smtClean="0"/>
            <a:t> vorbereiten</a:t>
          </a:r>
          <a:endParaRPr lang="de-DE" dirty="0"/>
        </a:p>
      </dgm:t>
    </dgm:pt>
    <dgm:pt modelId="{6270C14F-BAFD-4D15-8D95-AB5F71306C40}" type="parTrans" cxnId="{46B38FD1-3C9C-4209-8E2A-0253A1F8F8AD}">
      <dgm:prSet/>
      <dgm:spPr/>
      <dgm:t>
        <a:bodyPr/>
        <a:lstStyle/>
        <a:p>
          <a:endParaRPr lang="de-DE"/>
        </a:p>
      </dgm:t>
    </dgm:pt>
    <dgm:pt modelId="{2EEB3917-4D6D-42DD-B593-728F08983B40}" type="sibTrans" cxnId="{46B38FD1-3C9C-4209-8E2A-0253A1F8F8AD}">
      <dgm:prSet/>
      <dgm:spPr/>
      <dgm:t>
        <a:bodyPr/>
        <a:lstStyle/>
        <a:p>
          <a:endParaRPr lang="de-DE"/>
        </a:p>
      </dgm:t>
    </dgm:pt>
    <dgm:pt modelId="{A779AA85-19DE-4A36-89EB-2174A5D671F8}">
      <dgm:prSet phldrT="[Text]"/>
      <dgm:spPr/>
      <dgm:t>
        <a:bodyPr/>
        <a:lstStyle/>
        <a:p>
          <a:r>
            <a:rPr lang="de-DE" dirty="0" err="1" smtClean="0"/>
            <a:t>Product</a:t>
          </a:r>
          <a:r>
            <a:rPr lang="de-DE" dirty="0" smtClean="0"/>
            <a:t> </a:t>
          </a:r>
          <a:r>
            <a:rPr lang="de-DE" dirty="0" err="1" smtClean="0"/>
            <a:t>Owner</a:t>
          </a:r>
          <a:r>
            <a:rPr lang="de-DE" dirty="0" smtClean="0"/>
            <a:t> + </a:t>
          </a:r>
          <a:r>
            <a:rPr lang="de-DE" dirty="0" err="1" smtClean="0"/>
            <a:t>Scrum</a:t>
          </a:r>
          <a:r>
            <a:rPr lang="de-DE" dirty="0" smtClean="0"/>
            <a:t> Master</a:t>
          </a:r>
          <a:endParaRPr lang="de-DE" dirty="0"/>
        </a:p>
      </dgm:t>
    </dgm:pt>
    <dgm:pt modelId="{EF1473CB-0C32-42F3-AF4E-830DDF52A905}" type="parTrans" cxnId="{F7D1218A-6AFB-4A61-90A4-77207B879DB9}">
      <dgm:prSet/>
      <dgm:spPr/>
      <dgm:t>
        <a:bodyPr/>
        <a:lstStyle/>
        <a:p>
          <a:endParaRPr lang="de-DE"/>
        </a:p>
      </dgm:t>
    </dgm:pt>
    <dgm:pt modelId="{4161D02F-57B6-40FA-A07C-1094F41D988D}" type="sibTrans" cxnId="{F7D1218A-6AFB-4A61-90A4-77207B879DB9}">
      <dgm:prSet/>
      <dgm:spPr/>
      <dgm:t>
        <a:bodyPr/>
        <a:lstStyle/>
        <a:p>
          <a:endParaRPr lang="de-DE"/>
        </a:p>
      </dgm:t>
    </dgm:pt>
    <dgm:pt modelId="{BF5D7705-E03C-4E3F-B734-C6AA334BFFB0}">
      <dgm:prSet phldrT="[Text]"/>
      <dgm:spPr/>
      <dgm:t>
        <a:bodyPr/>
        <a:lstStyle/>
        <a:p>
          <a:r>
            <a:rPr lang="de-DE" dirty="0" smtClean="0"/>
            <a:t>Sprint Review</a:t>
          </a:r>
          <a:endParaRPr lang="de-DE" dirty="0"/>
        </a:p>
      </dgm:t>
    </dgm:pt>
    <dgm:pt modelId="{162717D1-02A9-4E73-B64D-B03245D427A0}" type="parTrans" cxnId="{C016BD38-9B08-4B30-B9F2-C2AF1EEEEADB}">
      <dgm:prSet/>
      <dgm:spPr/>
      <dgm:t>
        <a:bodyPr/>
        <a:lstStyle/>
        <a:p>
          <a:endParaRPr lang="de-DE"/>
        </a:p>
      </dgm:t>
    </dgm:pt>
    <dgm:pt modelId="{906CC36B-E348-4B9B-96D8-8D1CB7826205}" type="sibTrans" cxnId="{C016BD38-9B08-4B30-B9F2-C2AF1EEEEADB}">
      <dgm:prSet/>
      <dgm:spPr/>
      <dgm:t>
        <a:bodyPr/>
        <a:lstStyle/>
        <a:p>
          <a:endParaRPr lang="de-DE"/>
        </a:p>
      </dgm:t>
    </dgm:pt>
    <dgm:pt modelId="{5FF7FC4D-5EE4-4875-86D9-82125152A243}">
      <dgm:prSet phldrT="[Text]"/>
      <dgm:spPr/>
      <dgm:t>
        <a:bodyPr/>
        <a:lstStyle/>
        <a:p>
          <a:r>
            <a:rPr lang="de-DE" dirty="0" smtClean="0"/>
            <a:t>Alle</a:t>
          </a:r>
          <a:endParaRPr lang="de-DE" dirty="0"/>
        </a:p>
      </dgm:t>
    </dgm:pt>
    <dgm:pt modelId="{EAB1B8BF-48D3-4A09-8A51-3254B43A0DB4}" type="parTrans" cxnId="{8AF5CC50-BF47-49BB-88F3-E0D5CAE290EF}">
      <dgm:prSet/>
      <dgm:spPr/>
      <dgm:t>
        <a:bodyPr/>
        <a:lstStyle/>
        <a:p>
          <a:endParaRPr lang="de-DE"/>
        </a:p>
      </dgm:t>
    </dgm:pt>
    <dgm:pt modelId="{DC76F339-FC77-4426-9AB4-6E85D5485F54}" type="sibTrans" cxnId="{8AF5CC50-BF47-49BB-88F3-E0D5CAE290EF}">
      <dgm:prSet/>
      <dgm:spPr/>
      <dgm:t>
        <a:bodyPr/>
        <a:lstStyle/>
        <a:p>
          <a:endParaRPr lang="de-DE"/>
        </a:p>
      </dgm:t>
    </dgm:pt>
    <dgm:pt modelId="{D1584ECB-B644-408D-AB3C-441B4055F0CF}">
      <dgm:prSet/>
      <dgm:spPr/>
      <dgm:t>
        <a:bodyPr/>
        <a:lstStyle/>
        <a:p>
          <a:r>
            <a:rPr lang="de-DE" dirty="0" smtClean="0"/>
            <a:t>Sprint </a:t>
          </a:r>
          <a:r>
            <a:rPr lang="de-DE" dirty="0" err="1" smtClean="0"/>
            <a:t>Retrospective</a:t>
          </a:r>
          <a:r>
            <a:rPr lang="de-DE" dirty="0" smtClean="0"/>
            <a:t> Meeting</a:t>
          </a:r>
          <a:endParaRPr lang="de-DE" dirty="0"/>
        </a:p>
      </dgm:t>
    </dgm:pt>
    <dgm:pt modelId="{AF8D9846-4BEE-4DE2-B5F8-1B4831975886}" type="parTrans" cxnId="{E51FBF91-653D-46A3-985A-5DB0DB912EB8}">
      <dgm:prSet/>
      <dgm:spPr/>
      <dgm:t>
        <a:bodyPr/>
        <a:lstStyle/>
        <a:p>
          <a:endParaRPr lang="de-DE"/>
        </a:p>
      </dgm:t>
    </dgm:pt>
    <dgm:pt modelId="{26AB8540-BF32-45EE-BE56-42280BA6B7E3}" type="sibTrans" cxnId="{E51FBF91-653D-46A3-985A-5DB0DB912EB8}">
      <dgm:prSet/>
      <dgm:spPr/>
      <dgm:t>
        <a:bodyPr/>
        <a:lstStyle/>
        <a:p>
          <a:endParaRPr lang="de-DE"/>
        </a:p>
      </dgm:t>
    </dgm:pt>
    <dgm:pt modelId="{65CBA045-EF09-4326-AD25-6D9F663EA042}">
      <dgm:prSet/>
      <dgm:spPr/>
      <dgm:t>
        <a:bodyPr/>
        <a:lstStyle/>
        <a:p>
          <a:r>
            <a:rPr lang="de-DE" dirty="0" smtClean="0"/>
            <a:t>Sprint </a:t>
          </a:r>
          <a:r>
            <a:rPr lang="de-DE" dirty="0" err="1" smtClean="0"/>
            <a:t>Planning</a:t>
          </a:r>
          <a:r>
            <a:rPr lang="de-DE" dirty="0" smtClean="0"/>
            <a:t> Meeting 1</a:t>
          </a:r>
          <a:endParaRPr lang="de-DE" dirty="0"/>
        </a:p>
      </dgm:t>
    </dgm:pt>
    <dgm:pt modelId="{7C148CAD-434F-49DD-BDAE-3D525307BBAF}" type="parTrans" cxnId="{B7C3B934-2E70-4000-BB9F-99DC6CA8026A}">
      <dgm:prSet/>
      <dgm:spPr/>
      <dgm:t>
        <a:bodyPr/>
        <a:lstStyle/>
        <a:p>
          <a:endParaRPr lang="de-DE"/>
        </a:p>
      </dgm:t>
    </dgm:pt>
    <dgm:pt modelId="{0DC9014F-29A0-4432-BE9B-F99E1CDAFF81}" type="sibTrans" cxnId="{B7C3B934-2E70-4000-BB9F-99DC6CA8026A}">
      <dgm:prSet/>
      <dgm:spPr/>
      <dgm:t>
        <a:bodyPr/>
        <a:lstStyle/>
        <a:p>
          <a:endParaRPr lang="de-DE"/>
        </a:p>
      </dgm:t>
    </dgm:pt>
    <dgm:pt modelId="{333AFE40-4016-4C5F-8395-AC2050C96CA7}">
      <dgm:prSet/>
      <dgm:spPr/>
      <dgm:t>
        <a:bodyPr/>
        <a:lstStyle/>
        <a:p>
          <a:r>
            <a:rPr lang="de-DE" dirty="0" smtClean="0"/>
            <a:t>Sprint </a:t>
          </a:r>
          <a:r>
            <a:rPr lang="de-DE" dirty="0" err="1" smtClean="0"/>
            <a:t>Planning</a:t>
          </a:r>
          <a:r>
            <a:rPr lang="de-DE" dirty="0" smtClean="0"/>
            <a:t> Meeting 2</a:t>
          </a:r>
          <a:endParaRPr lang="de-DE" dirty="0"/>
        </a:p>
      </dgm:t>
    </dgm:pt>
    <dgm:pt modelId="{1A4F617B-CBCA-4853-86B0-F1BE9332D9F8}" type="parTrans" cxnId="{66EA5BD9-8CA6-4800-B2C1-0E81E8AE5F33}">
      <dgm:prSet/>
      <dgm:spPr/>
      <dgm:t>
        <a:bodyPr/>
        <a:lstStyle/>
        <a:p>
          <a:endParaRPr lang="de-DE"/>
        </a:p>
      </dgm:t>
    </dgm:pt>
    <dgm:pt modelId="{16BEE0C4-6FE5-4FB6-899B-BFBD25CA415E}" type="sibTrans" cxnId="{66EA5BD9-8CA6-4800-B2C1-0E81E8AE5F33}">
      <dgm:prSet/>
      <dgm:spPr/>
      <dgm:t>
        <a:bodyPr/>
        <a:lstStyle/>
        <a:p>
          <a:endParaRPr lang="de-DE"/>
        </a:p>
      </dgm:t>
    </dgm:pt>
    <dgm:pt modelId="{DEAF33C6-093F-4131-92D8-C439059E410A}">
      <dgm:prSet/>
      <dgm:spPr/>
      <dgm:t>
        <a:bodyPr/>
        <a:lstStyle/>
        <a:p>
          <a:r>
            <a:rPr lang="de-DE" dirty="0" smtClean="0"/>
            <a:t>Alle</a:t>
          </a:r>
          <a:endParaRPr lang="de-DE" dirty="0"/>
        </a:p>
      </dgm:t>
    </dgm:pt>
    <dgm:pt modelId="{928A6D92-6944-404A-AEB7-06F3ABC4BC4D}" type="parTrans" cxnId="{78F78FAB-77B3-46C7-8D0F-AB21202A5E49}">
      <dgm:prSet/>
      <dgm:spPr/>
      <dgm:t>
        <a:bodyPr/>
        <a:lstStyle/>
        <a:p>
          <a:endParaRPr lang="de-DE"/>
        </a:p>
      </dgm:t>
    </dgm:pt>
    <dgm:pt modelId="{EE31CE55-CEFD-4B68-BCE2-A52DAA08AC12}" type="sibTrans" cxnId="{78F78FAB-77B3-46C7-8D0F-AB21202A5E49}">
      <dgm:prSet/>
      <dgm:spPr/>
      <dgm:t>
        <a:bodyPr/>
        <a:lstStyle/>
        <a:p>
          <a:endParaRPr lang="de-DE"/>
        </a:p>
      </dgm:t>
    </dgm:pt>
    <dgm:pt modelId="{46AEFF6B-EE4B-4416-99C5-F3AD77314E2A}">
      <dgm:prSet/>
      <dgm:spPr/>
      <dgm:t>
        <a:bodyPr/>
        <a:lstStyle/>
        <a:p>
          <a:r>
            <a:rPr lang="de-DE" dirty="0" smtClean="0"/>
            <a:t>Alle</a:t>
          </a:r>
          <a:endParaRPr lang="de-DE" dirty="0"/>
        </a:p>
      </dgm:t>
    </dgm:pt>
    <dgm:pt modelId="{DE1BD217-B61E-4D6E-A508-04A3957045EF}" type="parTrans" cxnId="{21B8321B-649C-4E67-9067-23785992807D}">
      <dgm:prSet/>
      <dgm:spPr/>
      <dgm:t>
        <a:bodyPr/>
        <a:lstStyle/>
        <a:p>
          <a:endParaRPr lang="de-DE"/>
        </a:p>
      </dgm:t>
    </dgm:pt>
    <dgm:pt modelId="{F4810EE3-426F-43DB-8FB8-57B89D7BDAB6}" type="sibTrans" cxnId="{21B8321B-649C-4E67-9067-23785992807D}">
      <dgm:prSet/>
      <dgm:spPr/>
      <dgm:t>
        <a:bodyPr/>
        <a:lstStyle/>
        <a:p>
          <a:endParaRPr lang="de-DE"/>
        </a:p>
      </dgm:t>
    </dgm:pt>
    <dgm:pt modelId="{AFF986F1-6A92-45FC-839C-B93DE9E227DF}">
      <dgm:prSet/>
      <dgm:spPr/>
      <dgm:t>
        <a:bodyPr/>
        <a:lstStyle/>
        <a:p>
          <a:r>
            <a:rPr lang="de-DE" dirty="0" smtClean="0"/>
            <a:t>Nur Entwicklungsteam</a:t>
          </a:r>
          <a:endParaRPr lang="de-DE" dirty="0"/>
        </a:p>
      </dgm:t>
    </dgm:pt>
    <dgm:pt modelId="{3CB7537C-34E6-4F1D-AF05-E36F8B2C8300}" type="parTrans" cxnId="{F105A0EB-AC69-4AE2-A1FF-9DE97CFD3893}">
      <dgm:prSet/>
      <dgm:spPr/>
      <dgm:t>
        <a:bodyPr/>
        <a:lstStyle/>
        <a:p>
          <a:endParaRPr lang="de-DE"/>
        </a:p>
      </dgm:t>
    </dgm:pt>
    <dgm:pt modelId="{F284F5B7-A378-4B31-A07D-B31EFA5319D8}" type="sibTrans" cxnId="{F105A0EB-AC69-4AE2-A1FF-9DE97CFD3893}">
      <dgm:prSet/>
      <dgm:spPr/>
      <dgm:t>
        <a:bodyPr/>
        <a:lstStyle/>
        <a:p>
          <a:endParaRPr lang="de-DE"/>
        </a:p>
      </dgm:t>
    </dgm:pt>
    <dgm:pt modelId="{5E3A560A-5FD7-4F48-B720-F8F386915C6C}" type="pres">
      <dgm:prSet presAssocID="{054ECC2A-D525-4E32-B907-5DD55212595D}" presName="Name0" presStyleCnt="0">
        <dgm:presLayoutVars>
          <dgm:dir/>
          <dgm:animLvl val="lvl"/>
          <dgm:resizeHandles/>
        </dgm:presLayoutVars>
      </dgm:prSet>
      <dgm:spPr/>
    </dgm:pt>
    <dgm:pt modelId="{39ACAB8D-7CB3-41D6-B8C2-3DC73EB1A31B}" type="pres">
      <dgm:prSet presAssocID="{1C048473-D09D-49AE-9BE0-6D470CE844BD}" presName="linNode" presStyleCnt="0"/>
      <dgm:spPr/>
    </dgm:pt>
    <dgm:pt modelId="{E55CC113-2BD8-4CAA-879A-F0F07588856C}" type="pres">
      <dgm:prSet presAssocID="{1C048473-D09D-49AE-9BE0-6D470CE844BD}" presName="parentShp" presStyleLbl="node1" presStyleIdx="0" presStyleCnt="5">
        <dgm:presLayoutVars>
          <dgm:bulletEnabled val="1"/>
        </dgm:presLayoutVars>
      </dgm:prSet>
      <dgm:spPr/>
      <dgm:t>
        <a:bodyPr/>
        <a:lstStyle/>
        <a:p>
          <a:endParaRPr lang="de-DE"/>
        </a:p>
      </dgm:t>
    </dgm:pt>
    <dgm:pt modelId="{BF3AB3F3-2DD7-457D-A387-6C1DC8930EB4}" type="pres">
      <dgm:prSet presAssocID="{1C048473-D09D-49AE-9BE0-6D470CE844BD}" presName="childShp" presStyleLbl="bgAccFollowNode1" presStyleIdx="0" presStyleCnt="5">
        <dgm:presLayoutVars>
          <dgm:bulletEnabled val="1"/>
        </dgm:presLayoutVars>
      </dgm:prSet>
      <dgm:spPr/>
      <dgm:t>
        <a:bodyPr/>
        <a:lstStyle/>
        <a:p>
          <a:endParaRPr lang="de-DE"/>
        </a:p>
      </dgm:t>
    </dgm:pt>
    <dgm:pt modelId="{32D7CD67-8A57-4BED-B2CB-8E43801FCDE5}" type="pres">
      <dgm:prSet presAssocID="{2EEB3917-4D6D-42DD-B593-728F08983B40}" presName="spacing" presStyleCnt="0"/>
      <dgm:spPr/>
    </dgm:pt>
    <dgm:pt modelId="{FF400970-B4C3-4BF2-9E99-4B2317C5B6BD}" type="pres">
      <dgm:prSet presAssocID="{BF5D7705-E03C-4E3F-B734-C6AA334BFFB0}" presName="linNode" presStyleCnt="0"/>
      <dgm:spPr/>
    </dgm:pt>
    <dgm:pt modelId="{DF34BE5B-C41C-48EC-B1DD-EF8E08C4D504}" type="pres">
      <dgm:prSet presAssocID="{BF5D7705-E03C-4E3F-B734-C6AA334BFFB0}" presName="parentShp" presStyleLbl="node1" presStyleIdx="1" presStyleCnt="5">
        <dgm:presLayoutVars>
          <dgm:bulletEnabled val="1"/>
        </dgm:presLayoutVars>
      </dgm:prSet>
      <dgm:spPr/>
    </dgm:pt>
    <dgm:pt modelId="{4EC4D185-08C1-409E-A54C-3A45456790AC}" type="pres">
      <dgm:prSet presAssocID="{BF5D7705-E03C-4E3F-B734-C6AA334BFFB0}" presName="childShp" presStyleLbl="bgAccFollowNode1" presStyleIdx="1" presStyleCnt="5">
        <dgm:presLayoutVars>
          <dgm:bulletEnabled val="1"/>
        </dgm:presLayoutVars>
      </dgm:prSet>
      <dgm:spPr/>
      <dgm:t>
        <a:bodyPr/>
        <a:lstStyle/>
        <a:p>
          <a:endParaRPr lang="de-DE"/>
        </a:p>
      </dgm:t>
    </dgm:pt>
    <dgm:pt modelId="{C5A349D1-F18C-4948-805B-93C59F588296}" type="pres">
      <dgm:prSet presAssocID="{906CC36B-E348-4B9B-96D8-8D1CB7826205}" presName="spacing" presStyleCnt="0"/>
      <dgm:spPr/>
    </dgm:pt>
    <dgm:pt modelId="{A78C3C61-B7B1-4DEB-97B0-D2E30A7D69F2}" type="pres">
      <dgm:prSet presAssocID="{D1584ECB-B644-408D-AB3C-441B4055F0CF}" presName="linNode" presStyleCnt="0"/>
      <dgm:spPr/>
    </dgm:pt>
    <dgm:pt modelId="{8279BC17-CB40-45D0-8E48-ED8F4342727F}" type="pres">
      <dgm:prSet presAssocID="{D1584ECB-B644-408D-AB3C-441B4055F0CF}" presName="parentShp" presStyleLbl="node1" presStyleIdx="2" presStyleCnt="5">
        <dgm:presLayoutVars>
          <dgm:bulletEnabled val="1"/>
        </dgm:presLayoutVars>
      </dgm:prSet>
      <dgm:spPr/>
    </dgm:pt>
    <dgm:pt modelId="{5B8A3B1E-69EF-4686-A5BB-447336AD33D4}" type="pres">
      <dgm:prSet presAssocID="{D1584ECB-B644-408D-AB3C-441B4055F0CF}" presName="childShp" presStyleLbl="bgAccFollowNode1" presStyleIdx="2" presStyleCnt="5">
        <dgm:presLayoutVars>
          <dgm:bulletEnabled val="1"/>
        </dgm:presLayoutVars>
      </dgm:prSet>
      <dgm:spPr/>
    </dgm:pt>
    <dgm:pt modelId="{83406D7E-C6C9-47AD-9CD6-5E123F45D146}" type="pres">
      <dgm:prSet presAssocID="{26AB8540-BF32-45EE-BE56-42280BA6B7E3}" presName="spacing" presStyleCnt="0"/>
      <dgm:spPr/>
    </dgm:pt>
    <dgm:pt modelId="{1B643E8C-6B22-4525-8843-19228F75A30A}" type="pres">
      <dgm:prSet presAssocID="{65CBA045-EF09-4326-AD25-6D9F663EA042}" presName="linNode" presStyleCnt="0"/>
      <dgm:spPr/>
    </dgm:pt>
    <dgm:pt modelId="{FC2CD783-F90D-4BC9-BFFC-4F9E7586B54F}" type="pres">
      <dgm:prSet presAssocID="{65CBA045-EF09-4326-AD25-6D9F663EA042}" presName="parentShp" presStyleLbl="node1" presStyleIdx="3" presStyleCnt="5">
        <dgm:presLayoutVars>
          <dgm:bulletEnabled val="1"/>
        </dgm:presLayoutVars>
      </dgm:prSet>
      <dgm:spPr/>
    </dgm:pt>
    <dgm:pt modelId="{305F6773-5B3F-4F6C-B4BE-63FFB4531825}" type="pres">
      <dgm:prSet presAssocID="{65CBA045-EF09-4326-AD25-6D9F663EA042}" presName="childShp" presStyleLbl="bgAccFollowNode1" presStyleIdx="3" presStyleCnt="5">
        <dgm:presLayoutVars>
          <dgm:bulletEnabled val="1"/>
        </dgm:presLayoutVars>
      </dgm:prSet>
      <dgm:spPr/>
    </dgm:pt>
    <dgm:pt modelId="{1C7EA78E-1EE3-42BB-8775-21BF56BA01B3}" type="pres">
      <dgm:prSet presAssocID="{0DC9014F-29A0-4432-BE9B-F99E1CDAFF81}" presName="spacing" presStyleCnt="0"/>
      <dgm:spPr/>
    </dgm:pt>
    <dgm:pt modelId="{8BB34F4D-D199-4C07-B626-D76927A04858}" type="pres">
      <dgm:prSet presAssocID="{333AFE40-4016-4C5F-8395-AC2050C96CA7}" presName="linNode" presStyleCnt="0"/>
      <dgm:spPr/>
    </dgm:pt>
    <dgm:pt modelId="{68E354AB-4658-4654-8E55-C13F150074B8}" type="pres">
      <dgm:prSet presAssocID="{333AFE40-4016-4C5F-8395-AC2050C96CA7}" presName="parentShp" presStyleLbl="node1" presStyleIdx="4" presStyleCnt="5">
        <dgm:presLayoutVars>
          <dgm:bulletEnabled val="1"/>
        </dgm:presLayoutVars>
      </dgm:prSet>
      <dgm:spPr/>
    </dgm:pt>
    <dgm:pt modelId="{19AB6CE7-2049-4314-B60C-4A55BA4C2304}" type="pres">
      <dgm:prSet presAssocID="{333AFE40-4016-4C5F-8395-AC2050C96CA7}" presName="childShp" presStyleLbl="bgAccFollowNode1" presStyleIdx="4" presStyleCnt="5">
        <dgm:presLayoutVars>
          <dgm:bulletEnabled val="1"/>
        </dgm:presLayoutVars>
      </dgm:prSet>
      <dgm:spPr/>
    </dgm:pt>
  </dgm:ptLst>
  <dgm:cxnLst>
    <dgm:cxn modelId="{F105A0EB-AC69-4AE2-A1FF-9DE97CFD3893}" srcId="{333AFE40-4016-4C5F-8395-AC2050C96CA7}" destId="{AFF986F1-6A92-45FC-839C-B93DE9E227DF}" srcOrd="0" destOrd="0" parTransId="{3CB7537C-34E6-4F1D-AF05-E36F8B2C8300}" sibTransId="{F284F5B7-A378-4B31-A07D-B31EFA5319D8}"/>
    <dgm:cxn modelId="{66EA5BD9-8CA6-4800-B2C1-0E81E8AE5F33}" srcId="{054ECC2A-D525-4E32-B907-5DD55212595D}" destId="{333AFE40-4016-4C5F-8395-AC2050C96CA7}" srcOrd="4" destOrd="0" parTransId="{1A4F617B-CBCA-4853-86B0-F1BE9332D9F8}" sibTransId="{16BEE0C4-6FE5-4FB6-899B-BFBD25CA415E}"/>
    <dgm:cxn modelId="{C016BD38-9B08-4B30-B9F2-C2AF1EEEEADB}" srcId="{054ECC2A-D525-4E32-B907-5DD55212595D}" destId="{BF5D7705-E03C-4E3F-B734-C6AA334BFFB0}" srcOrd="1" destOrd="0" parTransId="{162717D1-02A9-4E73-B64D-B03245D427A0}" sibTransId="{906CC36B-E348-4B9B-96D8-8D1CB7826205}"/>
    <dgm:cxn modelId="{3540BDD4-A92A-4103-8FC6-8FBEADF4CEEF}" type="presOf" srcId="{333AFE40-4016-4C5F-8395-AC2050C96CA7}" destId="{68E354AB-4658-4654-8E55-C13F150074B8}" srcOrd="0" destOrd="0" presId="urn:microsoft.com/office/officeart/2005/8/layout/vList6"/>
    <dgm:cxn modelId="{E51FBF91-653D-46A3-985A-5DB0DB912EB8}" srcId="{054ECC2A-D525-4E32-B907-5DD55212595D}" destId="{D1584ECB-B644-408D-AB3C-441B4055F0CF}" srcOrd="2" destOrd="0" parTransId="{AF8D9846-4BEE-4DE2-B5F8-1B4831975886}" sibTransId="{26AB8540-BF32-45EE-BE56-42280BA6B7E3}"/>
    <dgm:cxn modelId="{906A99A6-C299-4021-A5F8-121B93EF9D3D}" type="presOf" srcId="{DEAF33C6-093F-4131-92D8-C439059E410A}" destId="{5B8A3B1E-69EF-4686-A5BB-447336AD33D4}" srcOrd="0" destOrd="0" presId="urn:microsoft.com/office/officeart/2005/8/layout/vList6"/>
    <dgm:cxn modelId="{8AF5CC50-BF47-49BB-88F3-E0D5CAE290EF}" srcId="{BF5D7705-E03C-4E3F-B734-C6AA334BFFB0}" destId="{5FF7FC4D-5EE4-4875-86D9-82125152A243}" srcOrd="0" destOrd="0" parTransId="{EAB1B8BF-48D3-4A09-8A51-3254B43A0DB4}" sibTransId="{DC76F339-FC77-4426-9AB4-6E85D5485F54}"/>
    <dgm:cxn modelId="{8338003A-8A89-4869-BA26-BF497387C894}" type="presOf" srcId="{D1584ECB-B644-408D-AB3C-441B4055F0CF}" destId="{8279BC17-CB40-45D0-8E48-ED8F4342727F}" srcOrd="0" destOrd="0" presId="urn:microsoft.com/office/officeart/2005/8/layout/vList6"/>
    <dgm:cxn modelId="{943B97EC-722B-44FD-9BA9-41E3340054EB}" type="presOf" srcId="{5FF7FC4D-5EE4-4875-86D9-82125152A243}" destId="{4EC4D185-08C1-409E-A54C-3A45456790AC}" srcOrd="0" destOrd="0" presId="urn:microsoft.com/office/officeart/2005/8/layout/vList6"/>
    <dgm:cxn modelId="{78F78FAB-77B3-46C7-8D0F-AB21202A5E49}" srcId="{D1584ECB-B644-408D-AB3C-441B4055F0CF}" destId="{DEAF33C6-093F-4131-92D8-C439059E410A}" srcOrd="0" destOrd="0" parTransId="{928A6D92-6944-404A-AEB7-06F3ABC4BC4D}" sibTransId="{EE31CE55-CEFD-4B68-BCE2-A52DAA08AC12}"/>
    <dgm:cxn modelId="{B2593294-5560-4D95-9609-9736E80C5498}" type="presOf" srcId="{46AEFF6B-EE4B-4416-99C5-F3AD77314E2A}" destId="{305F6773-5B3F-4F6C-B4BE-63FFB4531825}" srcOrd="0" destOrd="0" presId="urn:microsoft.com/office/officeart/2005/8/layout/vList6"/>
    <dgm:cxn modelId="{B7C3B934-2E70-4000-BB9F-99DC6CA8026A}" srcId="{054ECC2A-D525-4E32-B907-5DD55212595D}" destId="{65CBA045-EF09-4326-AD25-6D9F663EA042}" srcOrd="3" destOrd="0" parTransId="{7C148CAD-434F-49DD-BDAE-3D525307BBAF}" sibTransId="{0DC9014F-29A0-4432-BE9B-F99E1CDAFF81}"/>
    <dgm:cxn modelId="{21B8321B-649C-4E67-9067-23785992807D}" srcId="{65CBA045-EF09-4326-AD25-6D9F663EA042}" destId="{46AEFF6B-EE4B-4416-99C5-F3AD77314E2A}" srcOrd="0" destOrd="0" parTransId="{DE1BD217-B61E-4D6E-A508-04A3957045EF}" sibTransId="{F4810EE3-426F-43DB-8FB8-57B89D7BDAB6}"/>
    <dgm:cxn modelId="{F7D1218A-6AFB-4A61-90A4-77207B879DB9}" srcId="{1C048473-D09D-49AE-9BE0-6D470CE844BD}" destId="{A779AA85-19DE-4A36-89EB-2174A5D671F8}" srcOrd="0" destOrd="0" parTransId="{EF1473CB-0C32-42F3-AF4E-830DDF52A905}" sibTransId="{4161D02F-57B6-40FA-A07C-1094F41D988D}"/>
    <dgm:cxn modelId="{B78569D3-1E48-4161-BAB3-9FDDDE1D4764}" type="presOf" srcId="{65CBA045-EF09-4326-AD25-6D9F663EA042}" destId="{FC2CD783-F90D-4BC9-BFFC-4F9E7586B54F}" srcOrd="0" destOrd="0" presId="urn:microsoft.com/office/officeart/2005/8/layout/vList6"/>
    <dgm:cxn modelId="{32C4581B-A817-4C8C-A164-41CA27C25F44}" type="presOf" srcId="{BF5D7705-E03C-4E3F-B734-C6AA334BFFB0}" destId="{DF34BE5B-C41C-48EC-B1DD-EF8E08C4D504}" srcOrd="0" destOrd="0" presId="urn:microsoft.com/office/officeart/2005/8/layout/vList6"/>
    <dgm:cxn modelId="{E5DEA0F0-DD5F-4848-8939-7FB28F90EED9}" type="presOf" srcId="{AFF986F1-6A92-45FC-839C-B93DE9E227DF}" destId="{19AB6CE7-2049-4314-B60C-4A55BA4C2304}" srcOrd="0" destOrd="0" presId="urn:microsoft.com/office/officeart/2005/8/layout/vList6"/>
    <dgm:cxn modelId="{8D7F17DC-BE3A-41CF-A034-5AA32809C275}" type="presOf" srcId="{A779AA85-19DE-4A36-89EB-2174A5D671F8}" destId="{BF3AB3F3-2DD7-457D-A387-6C1DC8930EB4}" srcOrd="0" destOrd="0" presId="urn:microsoft.com/office/officeart/2005/8/layout/vList6"/>
    <dgm:cxn modelId="{3BC0CFCD-2E4C-46E1-8C75-22CFAB38C86C}" type="presOf" srcId="{054ECC2A-D525-4E32-B907-5DD55212595D}" destId="{5E3A560A-5FD7-4F48-B720-F8F386915C6C}" srcOrd="0" destOrd="0" presId="urn:microsoft.com/office/officeart/2005/8/layout/vList6"/>
    <dgm:cxn modelId="{7D73995D-594D-4CEE-99DD-77EE83B0193E}" type="presOf" srcId="{1C048473-D09D-49AE-9BE0-6D470CE844BD}" destId="{E55CC113-2BD8-4CAA-879A-F0F07588856C}" srcOrd="0" destOrd="0" presId="urn:microsoft.com/office/officeart/2005/8/layout/vList6"/>
    <dgm:cxn modelId="{46B38FD1-3C9C-4209-8E2A-0253A1F8F8AD}" srcId="{054ECC2A-D525-4E32-B907-5DD55212595D}" destId="{1C048473-D09D-49AE-9BE0-6D470CE844BD}" srcOrd="0" destOrd="0" parTransId="{6270C14F-BAFD-4D15-8D95-AB5F71306C40}" sibTransId="{2EEB3917-4D6D-42DD-B593-728F08983B40}"/>
    <dgm:cxn modelId="{43D655A7-F765-49E9-B2F9-301F1BB504D2}" type="presParOf" srcId="{5E3A560A-5FD7-4F48-B720-F8F386915C6C}" destId="{39ACAB8D-7CB3-41D6-B8C2-3DC73EB1A31B}" srcOrd="0" destOrd="0" presId="urn:microsoft.com/office/officeart/2005/8/layout/vList6"/>
    <dgm:cxn modelId="{745386AA-E655-4FE5-9C6E-B77C3B311DD9}" type="presParOf" srcId="{39ACAB8D-7CB3-41D6-B8C2-3DC73EB1A31B}" destId="{E55CC113-2BD8-4CAA-879A-F0F07588856C}" srcOrd="0" destOrd="0" presId="urn:microsoft.com/office/officeart/2005/8/layout/vList6"/>
    <dgm:cxn modelId="{C1232F5B-6A69-4314-85F7-E9C953035D47}" type="presParOf" srcId="{39ACAB8D-7CB3-41D6-B8C2-3DC73EB1A31B}" destId="{BF3AB3F3-2DD7-457D-A387-6C1DC8930EB4}" srcOrd="1" destOrd="0" presId="urn:microsoft.com/office/officeart/2005/8/layout/vList6"/>
    <dgm:cxn modelId="{45520A34-08DB-434C-AFEF-98CD34A7071D}" type="presParOf" srcId="{5E3A560A-5FD7-4F48-B720-F8F386915C6C}" destId="{32D7CD67-8A57-4BED-B2CB-8E43801FCDE5}" srcOrd="1" destOrd="0" presId="urn:microsoft.com/office/officeart/2005/8/layout/vList6"/>
    <dgm:cxn modelId="{970B300B-C9ED-444F-B7C3-873630E2F80E}" type="presParOf" srcId="{5E3A560A-5FD7-4F48-B720-F8F386915C6C}" destId="{FF400970-B4C3-4BF2-9E99-4B2317C5B6BD}" srcOrd="2" destOrd="0" presId="urn:microsoft.com/office/officeart/2005/8/layout/vList6"/>
    <dgm:cxn modelId="{78FCDDA7-CF05-49A9-B133-79CE268F277E}" type="presParOf" srcId="{FF400970-B4C3-4BF2-9E99-4B2317C5B6BD}" destId="{DF34BE5B-C41C-48EC-B1DD-EF8E08C4D504}" srcOrd="0" destOrd="0" presId="urn:microsoft.com/office/officeart/2005/8/layout/vList6"/>
    <dgm:cxn modelId="{80B0AC1B-4EDA-4167-AFDA-0BF6CF156656}" type="presParOf" srcId="{FF400970-B4C3-4BF2-9E99-4B2317C5B6BD}" destId="{4EC4D185-08C1-409E-A54C-3A45456790AC}" srcOrd="1" destOrd="0" presId="urn:microsoft.com/office/officeart/2005/8/layout/vList6"/>
    <dgm:cxn modelId="{C9CE443A-B103-4050-A8E5-434FFF868AE5}" type="presParOf" srcId="{5E3A560A-5FD7-4F48-B720-F8F386915C6C}" destId="{C5A349D1-F18C-4948-805B-93C59F588296}" srcOrd="3" destOrd="0" presId="urn:microsoft.com/office/officeart/2005/8/layout/vList6"/>
    <dgm:cxn modelId="{7E6AAD6A-2F7E-4D14-A6AD-BBC666B538CD}" type="presParOf" srcId="{5E3A560A-5FD7-4F48-B720-F8F386915C6C}" destId="{A78C3C61-B7B1-4DEB-97B0-D2E30A7D69F2}" srcOrd="4" destOrd="0" presId="urn:microsoft.com/office/officeart/2005/8/layout/vList6"/>
    <dgm:cxn modelId="{36A724D2-9946-491E-B53F-65A0F8ED3C06}" type="presParOf" srcId="{A78C3C61-B7B1-4DEB-97B0-D2E30A7D69F2}" destId="{8279BC17-CB40-45D0-8E48-ED8F4342727F}" srcOrd="0" destOrd="0" presId="urn:microsoft.com/office/officeart/2005/8/layout/vList6"/>
    <dgm:cxn modelId="{911819B7-477F-4BF8-8DB1-FE49F6D93182}" type="presParOf" srcId="{A78C3C61-B7B1-4DEB-97B0-D2E30A7D69F2}" destId="{5B8A3B1E-69EF-4686-A5BB-447336AD33D4}" srcOrd="1" destOrd="0" presId="urn:microsoft.com/office/officeart/2005/8/layout/vList6"/>
    <dgm:cxn modelId="{C9547DB1-C26C-4B37-915C-D236297B2919}" type="presParOf" srcId="{5E3A560A-5FD7-4F48-B720-F8F386915C6C}" destId="{83406D7E-C6C9-47AD-9CD6-5E123F45D146}" srcOrd="5" destOrd="0" presId="urn:microsoft.com/office/officeart/2005/8/layout/vList6"/>
    <dgm:cxn modelId="{E748AF5F-7BD3-4F1F-B8E9-D3C61B7A2AF9}" type="presParOf" srcId="{5E3A560A-5FD7-4F48-B720-F8F386915C6C}" destId="{1B643E8C-6B22-4525-8843-19228F75A30A}" srcOrd="6" destOrd="0" presId="urn:microsoft.com/office/officeart/2005/8/layout/vList6"/>
    <dgm:cxn modelId="{20335AAA-C3C3-4A5D-8F31-39C1FCBD0146}" type="presParOf" srcId="{1B643E8C-6B22-4525-8843-19228F75A30A}" destId="{FC2CD783-F90D-4BC9-BFFC-4F9E7586B54F}" srcOrd="0" destOrd="0" presId="urn:microsoft.com/office/officeart/2005/8/layout/vList6"/>
    <dgm:cxn modelId="{448E4970-FE26-4BCB-8128-9CF520B7F82E}" type="presParOf" srcId="{1B643E8C-6B22-4525-8843-19228F75A30A}" destId="{305F6773-5B3F-4F6C-B4BE-63FFB4531825}" srcOrd="1" destOrd="0" presId="urn:microsoft.com/office/officeart/2005/8/layout/vList6"/>
    <dgm:cxn modelId="{6B58A6FE-2FF2-4B2E-835B-C80939516612}" type="presParOf" srcId="{5E3A560A-5FD7-4F48-B720-F8F386915C6C}" destId="{1C7EA78E-1EE3-42BB-8775-21BF56BA01B3}" srcOrd="7" destOrd="0" presId="urn:microsoft.com/office/officeart/2005/8/layout/vList6"/>
    <dgm:cxn modelId="{BCC07281-F136-4355-944B-534194E663D0}" type="presParOf" srcId="{5E3A560A-5FD7-4F48-B720-F8F386915C6C}" destId="{8BB34F4D-D199-4C07-B626-D76927A04858}" srcOrd="8" destOrd="0" presId="urn:microsoft.com/office/officeart/2005/8/layout/vList6"/>
    <dgm:cxn modelId="{CDFECAAD-3653-4141-AEC0-C4D098655B46}" type="presParOf" srcId="{8BB34F4D-D199-4C07-B626-D76927A04858}" destId="{68E354AB-4658-4654-8E55-C13F150074B8}" srcOrd="0" destOrd="0" presId="urn:microsoft.com/office/officeart/2005/8/layout/vList6"/>
    <dgm:cxn modelId="{F7E72D91-C43C-41CA-8083-A2F35ECA1CEF}" type="presParOf" srcId="{8BB34F4D-D199-4C07-B626-D76927A04858}" destId="{19AB6CE7-2049-4314-B60C-4A55BA4C2304}" srcOrd="1" destOrd="0" presId="urn:microsoft.com/office/officeart/2005/8/layout/vList6"/>
  </dgm:cxnLst>
  <dgm:bg/>
  <dgm:whole/>
  <dgm:extLst>
    <a:ext uri="http://schemas.microsoft.com/office/drawing/2008/diagram">
      <dsp:dataModelExt xmlns:dsp="http://schemas.microsoft.com/office/drawing/2008/diagram" xmlns="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a="http://schemas.openxmlformats.org/drawingml/2006/main" xmlns:dsp="http://schemas.microsoft.com/office/drawing/2008/diagram">
  <dsp:spTree>
    <dsp:nvGrpSpPr>
      <dsp:cNvPr id="0" name=""/>
      <dsp:cNvGrpSpPr/>
    </dsp:nvGrpSpPr>
    <dsp:grpSpPr/>
    <dsp:sp modelId="{83742594-F717-42FD-8ABF-38FEAF503426}">
      <dsp:nvSpPr>
        <dsp:cNvPr id="0" name=""/>
        <dsp:cNvSpPr/>
      </dsp:nvSpPr>
      <dsp:spPr>
        <a:xfrm>
          <a:off x="2723377" y="1906"/>
          <a:ext cx="2543900" cy="2543900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lvl="0" algn="ctr" defTabSz="22669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de-DE" sz="5100" kern="1200" dirty="0" err="1" smtClean="0"/>
            <a:t>Scrum</a:t>
          </a:r>
          <a:endParaRPr lang="de-DE" sz="5100" kern="1200" dirty="0"/>
        </a:p>
      </dsp:txBody>
      <dsp:txXfrm>
        <a:off x="2723377" y="1906"/>
        <a:ext cx="2543900" cy="2543900"/>
      </dsp:txXfrm>
    </dsp:sp>
  </dsp:spTree>
</dsp:drawing>
</file>

<file path=ppt/diagrams/drawing2.xml><?xml version="1.0" encoding="utf-8"?>
<dsp:drawing xmlns:dgm="http://schemas.openxmlformats.org/drawingml/2006/diagram" xmlns:a="http://schemas.openxmlformats.org/drawingml/2006/main" xmlns:dsp="http://schemas.microsoft.com/office/drawing/2008/diagram">
  <dsp:spTree>
    <dsp:nvGrpSpPr>
      <dsp:cNvPr id="0" name=""/>
      <dsp:cNvGrpSpPr/>
    </dsp:nvGrpSpPr>
    <dsp:grpSpPr/>
    <dsp:sp modelId="{F108DAAE-CD22-4C36-9725-5D89B81BD2FC}">
      <dsp:nvSpPr>
        <dsp:cNvPr id="0" name=""/>
        <dsp:cNvSpPr/>
      </dsp:nvSpPr>
      <dsp:spPr>
        <a:xfrm>
          <a:off x="4114799" y="1511566"/>
          <a:ext cx="2911251" cy="505258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52629"/>
              </a:lnTo>
              <a:lnTo>
                <a:pt x="2911251" y="252629"/>
              </a:lnTo>
              <a:lnTo>
                <a:pt x="2911251" y="505258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5503C83-95D9-49B0-86A6-C3969CFB93E1}">
      <dsp:nvSpPr>
        <dsp:cNvPr id="0" name=""/>
        <dsp:cNvSpPr/>
      </dsp:nvSpPr>
      <dsp:spPr>
        <a:xfrm>
          <a:off x="4069079" y="1511566"/>
          <a:ext cx="91440" cy="505258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505258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F724A06-EC83-4A7A-A402-98010C123257}">
      <dsp:nvSpPr>
        <dsp:cNvPr id="0" name=""/>
        <dsp:cNvSpPr/>
      </dsp:nvSpPr>
      <dsp:spPr>
        <a:xfrm>
          <a:off x="1203548" y="1511566"/>
          <a:ext cx="2911251" cy="505258"/>
        </a:xfrm>
        <a:custGeom>
          <a:avLst/>
          <a:gdLst/>
          <a:ahLst/>
          <a:cxnLst/>
          <a:rect l="0" t="0" r="0" b="0"/>
          <a:pathLst>
            <a:path>
              <a:moveTo>
                <a:pt x="2911251" y="0"/>
              </a:moveTo>
              <a:lnTo>
                <a:pt x="2911251" y="252629"/>
              </a:lnTo>
              <a:lnTo>
                <a:pt x="0" y="252629"/>
              </a:lnTo>
              <a:lnTo>
                <a:pt x="0" y="505258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C59A33E-C990-47D2-AB2A-EBAE965198F9}">
      <dsp:nvSpPr>
        <dsp:cNvPr id="0" name=""/>
        <dsp:cNvSpPr/>
      </dsp:nvSpPr>
      <dsp:spPr>
        <a:xfrm>
          <a:off x="2911803" y="308570"/>
          <a:ext cx="2405992" cy="120299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875" tIns="15875" rIns="15875" bIns="15875" numCol="1" spcCol="1270" anchor="ctr" anchorCtr="0">
          <a:noAutofit/>
        </a:bodyPr>
        <a:lstStyle/>
        <a:p>
          <a:pPr lvl="0" algn="ctr" defTabSz="11112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de-DE" sz="2500" kern="1200" dirty="0" err="1" smtClean="0"/>
            <a:t>Scrum</a:t>
          </a:r>
          <a:r>
            <a:rPr lang="de-DE" sz="2500" kern="1200" dirty="0" smtClean="0"/>
            <a:t>-Team</a:t>
          </a:r>
          <a:endParaRPr lang="de-DE" sz="2500" kern="1200" dirty="0"/>
        </a:p>
      </dsp:txBody>
      <dsp:txXfrm>
        <a:off x="2911803" y="308570"/>
        <a:ext cx="2405992" cy="1202996"/>
      </dsp:txXfrm>
    </dsp:sp>
    <dsp:sp modelId="{2B5E4216-9CD4-4D54-BFCA-CB92B872EBBA}">
      <dsp:nvSpPr>
        <dsp:cNvPr id="0" name=""/>
        <dsp:cNvSpPr/>
      </dsp:nvSpPr>
      <dsp:spPr>
        <a:xfrm>
          <a:off x="552" y="2016825"/>
          <a:ext cx="2405992" cy="120299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875" tIns="15875" rIns="15875" bIns="15875" numCol="1" spcCol="1270" anchor="ctr" anchorCtr="0">
          <a:noAutofit/>
        </a:bodyPr>
        <a:lstStyle/>
        <a:p>
          <a:pPr lvl="0" algn="ctr" defTabSz="11112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de-DE" sz="2500" kern="1200" dirty="0" err="1" smtClean="0"/>
            <a:t>Product</a:t>
          </a:r>
          <a:r>
            <a:rPr lang="de-DE" sz="2500" kern="1200" dirty="0" smtClean="0"/>
            <a:t> </a:t>
          </a:r>
          <a:r>
            <a:rPr lang="de-DE" sz="2500" kern="1200" dirty="0" err="1" smtClean="0"/>
            <a:t>Owner</a:t>
          </a:r>
          <a:endParaRPr lang="de-DE" sz="2500" kern="1200" dirty="0"/>
        </a:p>
      </dsp:txBody>
      <dsp:txXfrm>
        <a:off x="552" y="2016825"/>
        <a:ext cx="2405992" cy="1202996"/>
      </dsp:txXfrm>
    </dsp:sp>
    <dsp:sp modelId="{1034A66C-353F-4F12-96DC-6B6769742109}">
      <dsp:nvSpPr>
        <dsp:cNvPr id="0" name=""/>
        <dsp:cNvSpPr/>
      </dsp:nvSpPr>
      <dsp:spPr>
        <a:xfrm>
          <a:off x="2911803" y="2016825"/>
          <a:ext cx="2405992" cy="120299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875" tIns="15875" rIns="15875" bIns="15875" numCol="1" spcCol="1270" anchor="ctr" anchorCtr="0">
          <a:noAutofit/>
        </a:bodyPr>
        <a:lstStyle/>
        <a:p>
          <a:pPr lvl="0" algn="ctr" defTabSz="11112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de-DE" sz="2500" kern="1200" dirty="0" err="1" smtClean="0"/>
            <a:t>Scrum</a:t>
          </a:r>
          <a:r>
            <a:rPr lang="de-DE" sz="2500" kern="1200" dirty="0" smtClean="0"/>
            <a:t>-Master</a:t>
          </a:r>
          <a:endParaRPr lang="de-DE" sz="2500" kern="1200" dirty="0"/>
        </a:p>
      </dsp:txBody>
      <dsp:txXfrm>
        <a:off x="2911803" y="2016825"/>
        <a:ext cx="2405992" cy="1202996"/>
      </dsp:txXfrm>
    </dsp:sp>
    <dsp:sp modelId="{A0265EC1-1262-4E5C-AABA-C43732BA613A}">
      <dsp:nvSpPr>
        <dsp:cNvPr id="0" name=""/>
        <dsp:cNvSpPr/>
      </dsp:nvSpPr>
      <dsp:spPr>
        <a:xfrm>
          <a:off x="5823054" y="2016825"/>
          <a:ext cx="2405992" cy="120299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875" tIns="15875" rIns="15875" bIns="15875" numCol="1" spcCol="1270" anchor="ctr" anchorCtr="0">
          <a:noAutofit/>
        </a:bodyPr>
        <a:lstStyle/>
        <a:p>
          <a:pPr lvl="0" algn="ctr" defTabSz="11112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de-DE" sz="2500" kern="1200" dirty="0" smtClean="0"/>
            <a:t>Entwicklungsteam</a:t>
          </a:r>
          <a:endParaRPr lang="de-DE" sz="2500" kern="1200" dirty="0"/>
        </a:p>
      </dsp:txBody>
      <dsp:txXfrm>
        <a:off x="5823054" y="2016825"/>
        <a:ext cx="2405992" cy="1202996"/>
      </dsp:txXfrm>
    </dsp:sp>
  </dsp:spTree>
</dsp:drawing>
</file>

<file path=ppt/diagrams/drawing3.xml><?xml version="1.0" encoding="utf-8"?>
<dsp:drawing xmlns:dgm="http://schemas.openxmlformats.org/drawingml/2006/diagram" xmlns:a="http://schemas.openxmlformats.org/drawingml/2006/main" xmlns:dsp="http://schemas.microsoft.com/office/drawing/2008/diagram">
  <dsp:spTree>
    <dsp:nvGrpSpPr>
      <dsp:cNvPr id="0" name=""/>
      <dsp:cNvGrpSpPr/>
    </dsp:nvGrpSpPr>
    <dsp:grpSpPr/>
    <dsp:sp modelId="{F108DAAE-CD22-4C36-9725-5D89B81BD2FC}">
      <dsp:nvSpPr>
        <dsp:cNvPr id="0" name=""/>
        <dsp:cNvSpPr/>
      </dsp:nvSpPr>
      <dsp:spPr>
        <a:xfrm>
          <a:off x="4114799" y="1511566"/>
          <a:ext cx="2911251" cy="505258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52629"/>
              </a:lnTo>
              <a:lnTo>
                <a:pt x="2911251" y="252629"/>
              </a:lnTo>
              <a:lnTo>
                <a:pt x="2911251" y="505258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5503C83-95D9-49B0-86A6-C3969CFB93E1}">
      <dsp:nvSpPr>
        <dsp:cNvPr id="0" name=""/>
        <dsp:cNvSpPr/>
      </dsp:nvSpPr>
      <dsp:spPr>
        <a:xfrm>
          <a:off x="4069079" y="1511566"/>
          <a:ext cx="91440" cy="505258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505258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F724A06-EC83-4A7A-A402-98010C123257}">
      <dsp:nvSpPr>
        <dsp:cNvPr id="0" name=""/>
        <dsp:cNvSpPr/>
      </dsp:nvSpPr>
      <dsp:spPr>
        <a:xfrm>
          <a:off x="1203548" y="1511566"/>
          <a:ext cx="2911251" cy="505258"/>
        </a:xfrm>
        <a:custGeom>
          <a:avLst/>
          <a:gdLst/>
          <a:ahLst/>
          <a:cxnLst/>
          <a:rect l="0" t="0" r="0" b="0"/>
          <a:pathLst>
            <a:path>
              <a:moveTo>
                <a:pt x="2911251" y="0"/>
              </a:moveTo>
              <a:lnTo>
                <a:pt x="2911251" y="252629"/>
              </a:lnTo>
              <a:lnTo>
                <a:pt x="0" y="252629"/>
              </a:lnTo>
              <a:lnTo>
                <a:pt x="0" y="505258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C59A33E-C990-47D2-AB2A-EBAE965198F9}">
      <dsp:nvSpPr>
        <dsp:cNvPr id="0" name=""/>
        <dsp:cNvSpPr/>
      </dsp:nvSpPr>
      <dsp:spPr>
        <a:xfrm>
          <a:off x="2911803" y="308570"/>
          <a:ext cx="2405992" cy="120299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875" tIns="15875" rIns="15875" bIns="15875" numCol="1" spcCol="1270" anchor="ctr" anchorCtr="0">
          <a:noAutofit/>
        </a:bodyPr>
        <a:lstStyle/>
        <a:p>
          <a:pPr lvl="0" algn="ctr" defTabSz="11112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de-DE" sz="2500" kern="1200" dirty="0" err="1" smtClean="0"/>
            <a:t>Scrum</a:t>
          </a:r>
          <a:r>
            <a:rPr lang="de-DE" sz="2500" kern="1200" dirty="0" smtClean="0"/>
            <a:t>-Team</a:t>
          </a:r>
          <a:endParaRPr lang="de-DE" sz="2500" kern="1200" dirty="0"/>
        </a:p>
      </dsp:txBody>
      <dsp:txXfrm>
        <a:off x="2911803" y="308570"/>
        <a:ext cx="2405992" cy="1202996"/>
      </dsp:txXfrm>
    </dsp:sp>
    <dsp:sp modelId="{2B5E4216-9CD4-4D54-BFCA-CB92B872EBBA}">
      <dsp:nvSpPr>
        <dsp:cNvPr id="0" name=""/>
        <dsp:cNvSpPr/>
      </dsp:nvSpPr>
      <dsp:spPr>
        <a:xfrm>
          <a:off x="552" y="2016825"/>
          <a:ext cx="2405992" cy="120299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875" tIns="15875" rIns="15875" bIns="15875" numCol="1" spcCol="1270" anchor="ctr" anchorCtr="0">
          <a:noAutofit/>
        </a:bodyPr>
        <a:lstStyle/>
        <a:p>
          <a:pPr lvl="0" algn="ctr" defTabSz="11112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de-DE" sz="2500" kern="1200" dirty="0" err="1" smtClean="0"/>
            <a:t>Product</a:t>
          </a:r>
          <a:r>
            <a:rPr lang="de-DE" sz="2500" kern="1200" dirty="0" smtClean="0"/>
            <a:t> </a:t>
          </a:r>
          <a:r>
            <a:rPr lang="de-DE" sz="2500" kern="1200" dirty="0" err="1" smtClean="0"/>
            <a:t>Owner</a:t>
          </a:r>
          <a:endParaRPr lang="de-DE" sz="2500" kern="1200" dirty="0"/>
        </a:p>
      </dsp:txBody>
      <dsp:txXfrm>
        <a:off x="552" y="2016825"/>
        <a:ext cx="2405992" cy="1202996"/>
      </dsp:txXfrm>
    </dsp:sp>
    <dsp:sp modelId="{1034A66C-353F-4F12-96DC-6B6769742109}">
      <dsp:nvSpPr>
        <dsp:cNvPr id="0" name=""/>
        <dsp:cNvSpPr/>
      </dsp:nvSpPr>
      <dsp:spPr>
        <a:xfrm>
          <a:off x="2911803" y="2016825"/>
          <a:ext cx="2405992" cy="120299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875" tIns="15875" rIns="15875" bIns="15875" numCol="1" spcCol="1270" anchor="ctr" anchorCtr="0">
          <a:noAutofit/>
        </a:bodyPr>
        <a:lstStyle/>
        <a:p>
          <a:pPr lvl="0" algn="ctr" defTabSz="11112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de-DE" sz="2500" kern="1200" dirty="0" err="1" smtClean="0"/>
            <a:t>Scrum</a:t>
          </a:r>
          <a:r>
            <a:rPr lang="de-DE" sz="2500" kern="1200" dirty="0" smtClean="0"/>
            <a:t>-Master</a:t>
          </a:r>
          <a:endParaRPr lang="de-DE" sz="2500" kern="1200" dirty="0"/>
        </a:p>
      </dsp:txBody>
      <dsp:txXfrm>
        <a:off x="2911803" y="2016825"/>
        <a:ext cx="2405992" cy="1202996"/>
      </dsp:txXfrm>
    </dsp:sp>
    <dsp:sp modelId="{A0265EC1-1262-4E5C-AABA-C43732BA613A}">
      <dsp:nvSpPr>
        <dsp:cNvPr id="0" name=""/>
        <dsp:cNvSpPr/>
      </dsp:nvSpPr>
      <dsp:spPr>
        <a:xfrm>
          <a:off x="5823054" y="2016825"/>
          <a:ext cx="2405992" cy="120299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875" tIns="15875" rIns="15875" bIns="15875" numCol="1" spcCol="1270" anchor="ctr" anchorCtr="0">
          <a:noAutofit/>
        </a:bodyPr>
        <a:lstStyle/>
        <a:p>
          <a:pPr lvl="0" algn="ctr" defTabSz="11112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de-DE" sz="2500" kern="1200" dirty="0" smtClean="0"/>
            <a:t>Entwicklungsteam</a:t>
          </a:r>
          <a:endParaRPr lang="de-DE" sz="2500" kern="1200" dirty="0"/>
        </a:p>
      </dsp:txBody>
      <dsp:txXfrm>
        <a:off x="5823054" y="2016825"/>
        <a:ext cx="2405992" cy="1202996"/>
      </dsp:txXfrm>
    </dsp:sp>
  </dsp:spTree>
</dsp:drawing>
</file>

<file path=ppt/diagrams/drawing4.xml><?xml version="1.0" encoding="utf-8"?>
<dsp:drawing xmlns:dgm="http://schemas.openxmlformats.org/drawingml/2006/diagram" xmlns:a="http://schemas.openxmlformats.org/drawingml/2006/main" xmlns:dsp="http://schemas.microsoft.com/office/drawing/2008/diagram">
  <dsp:spTree>
    <dsp:nvGrpSpPr>
      <dsp:cNvPr id="0" name=""/>
      <dsp:cNvGrpSpPr/>
    </dsp:nvGrpSpPr>
    <dsp:grpSpPr/>
    <dsp:sp modelId="{BF3AB3F3-2DD7-457D-A387-6C1DC8930EB4}">
      <dsp:nvSpPr>
        <dsp:cNvPr id="0" name=""/>
        <dsp:cNvSpPr/>
      </dsp:nvSpPr>
      <dsp:spPr>
        <a:xfrm>
          <a:off x="2909123" y="2362"/>
          <a:ext cx="4363684" cy="1279267"/>
        </a:xfrm>
        <a:prstGeom prst="rightArrow">
          <a:avLst>
            <a:gd name="adj1" fmla="val 75000"/>
            <a:gd name="adj2" fmla="val 50000"/>
          </a:avLst>
        </a:prstGeom>
        <a:solidFill>
          <a:schemeClr val="accent3">
            <a:tint val="40000"/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3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  <a:sp3d z="-227350" prstMaterial="matte"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510" tIns="16510" rIns="16510" bIns="16510" numCol="1" spcCol="1270" anchor="t" anchorCtr="0">
          <a:noAutofit/>
        </a:bodyPr>
        <a:lstStyle/>
        <a:p>
          <a:pPr marL="228600" lvl="1" indent="-228600" algn="l" defTabSz="11557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de-DE" sz="2600" kern="1200" dirty="0" err="1" smtClean="0"/>
            <a:t>Product</a:t>
          </a:r>
          <a:r>
            <a:rPr lang="de-DE" sz="2600" kern="1200" dirty="0" smtClean="0"/>
            <a:t> </a:t>
          </a:r>
          <a:r>
            <a:rPr lang="de-DE" sz="2600" kern="1200" dirty="0" err="1" smtClean="0"/>
            <a:t>Owner</a:t>
          </a:r>
          <a:r>
            <a:rPr lang="de-DE" sz="2600" kern="1200" dirty="0" smtClean="0"/>
            <a:t> + </a:t>
          </a:r>
          <a:r>
            <a:rPr lang="de-DE" sz="2600" kern="1200" dirty="0" err="1" smtClean="0"/>
            <a:t>Scrum</a:t>
          </a:r>
          <a:r>
            <a:rPr lang="de-DE" sz="2600" kern="1200" dirty="0" smtClean="0"/>
            <a:t> Master</a:t>
          </a:r>
          <a:endParaRPr lang="de-DE" sz="2600" kern="1200" dirty="0"/>
        </a:p>
      </dsp:txBody>
      <dsp:txXfrm>
        <a:off x="2909123" y="2362"/>
        <a:ext cx="4363684" cy="1279267"/>
      </dsp:txXfrm>
    </dsp:sp>
    <dsp:sp modelId="{E55CC113-2BD8-4CAA-879A-F0F07588856C}">
      <dsp:nvSpPr>
        <dsp:cNvPr id="0" name=""/>
        <dsp:cNvSpPr/>
      </dsp:nvSpPr>
      <dsp:spPr>
        <a:xfrm>
          <a:off x="0" y="2362"/>
          <a:ext cx="2909123" cy="1279267"/>
        </a:xfrm>
        <a:prstGeom prst="round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p3d extrusionH="152250" prstMaterial="matte">
          <a:bevelT w="165100" prst="coolSlant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5250" tIns="47625" rIns="95250" bIns="47625" numCol="1" spcCol="1270" anchor="ctr" anchorCtr="0">
          <a:noAutofit/>
          <a:sp3d extrusionH="28000" prstMaterial="matte"/>
        </a:bodyPr>
        <a:lstStyle/>
        <a:p>
          <a:pPr lvl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de-DE" sz="2500" kern="1200" dirty="0" err="1" smtClean="0"/>
            <a:t>Backlog</a:t>
          </a:r>
          <a:r>
            <a:rPr lang="de-DE" sz="2500" kern="1200" dirty="0" smtClean="0"/>
            <a:t> vorbereiten</a:t>
          </a:r>
          <a:endParaRPr lang="de-DE" sz="2500" kern="1200" dirty="0"/>
        </a:p>
      </dsp:txBody>
      <dsp:txXfrm>
        <a:off x="0" y="2362"/>
        <a:ext cx="2909123" cy="1279267"/>
      </dsp:txXfrm>
    </dsp:sp>
    <dsp:sp modelId="{4EC4D185-08C1-409E-A54C-3A45456790AC}">
      <dsp:nvSpPr>
        <dsp:cNvPr id="0" name=""/>
        <dsp:cNvSpPr/>
      </dsp:nvSpPr>
      <dsp:spPr>
        <a:xfrm>
          <a:off x="2909123" y="1409556"/>
          <a:ext cx="4363684" cy="1279267"/>
        </a:xfrm>
        <a:prstGeom prst="rightArrow">
          <a:avLst>
            <a:gd name="adj1" fmla="val 75000"/>
            <a:gd name="adj2" fmla="val 50000"/>
          </a:avLst>
        </a:prstGeom>
        <a:solidFill>
          <a:schemeClr val="accent3">
            <a:tint val="40000"/>
            <a:alpha val="90000"/>
            <a:hueOff val="3192784"/>
            <a:satOff val="-13274"/>
            <a:lumOff val="-1121"/>
            <a:alphaOff val="0"/>
          </a:schemeClr>
        </a:solidFill>
        <a:ln w="9525" cap="flat" cmpd="sng" algn="ctr">
          <a:solidFill>
            <a:schemeClr val="accent3">
              <a:tint val="40000"/>
              <a:alpha val="90000"/>
              <a:hueOff val="3192784"/>
              <a:satOff val="-13274"/>
              <a:lumOff val="-1121"/>
              <a:alphaOff val="0"/>
            </a:schemeClr>
          </a:solidFill>
          <a:prstDash val="solid"/>
        </a:ln>
        <a:effectLst/>
        <a:sp3d z="-227350" prstMaterial="matte"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510" tIns="16510" rIns="16510" bIns="16510" numCol="1" spcCol="1270" anchor="t" anchorCtr="0">
          <a:noAutofit/>
        </a:bodyPr>
        <a:lstStyle/>
        <a:p>
          <a:pPr marL="228600" lvl="1" indent="-228600" algn="l" defTabSz="11557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de-DE" sz="2600" kern="1200" dirty="0" smtClean="0"/>
            <a:t>Alle</a:t>
          </a:r>
          <a:endParaRPr lang="de-DE" sz="2600" kern="1200" dirty="0"/>
        </a:p>
      </dsp:txBody>
      <dsp:txXfrm>
        <a:off x="2909123" y="1409556"/>
        <a:ext cx="4363684" cy="1279267"/>
      </dsp:txXfrm>
    </dsp:sp>
    <dsp:sp modelId="{DF34BE5B-C41C-48EC-B1DD-EF8E08C4D504}">
      <dsp:nvSpPr>
        <dsp:cNvPr id="0" name=""/>
        <dsp:cNvSpPr/>
      </dsp:nvSpPr>
      <dsp:spPr>
        <a:xfrm>
          <a:off x="0" y="1409556"/>
          <a:ext cx="2909123" cy="1279267"/>
        </a:xfrm>
        <a:prstGeom prst="roundRect">
          <a:avLst/>
        </a:prstGeom>
        <a:solidFill>
          <a:schemeClr val="accent3">
            <a:hueOff val="2906152"/>
            <a:satOff val="-9286"/>
            <a:lumOff val="-2353"/>
            <a:alphaOff val="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p3d extrusionH="152250" prstMaterial="matte">
          <a:bevelT w="165100" prst="coolSlant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5250" tIns="47625" rIns="95250" bIns="47625" numCol="1" spcCol="1270" anchor="ctr" anchorCtr="0">
          <a:noAutofit/>
          <a:sp3d extrusionH="28000" prstMaterial="matte"/>
        </a:bodyPr>
        <a:lstStyle/>
        <a:p>
          <a:pPr lvl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de-DE" sz="2500" kern="1200" dirty="0" smtClean="0"/>
            <a:t>Sprint Review</a:t>
          </a:r>
          <a:endParaRPr lang="de-DE" sz="2500" kern="1200" dirty="0"/>
        </a:p>
      </dsp:txBody>
      <dsp:txXfrm>
        <a:off x="0" y="1409556"/>
        <a:ext cx="2909123" cy="1279267"/>
      </dsp:txXfrm>
    </dsp:sp>
    <dsp:sp modelId="{5B8A3B1E-69EF-4686-A5BB-447336AD33D4}">
      <dsp:nvSpPr>
        <dsp:cNvPr id="0" name=""/>
        <dsp:cNvSpPr/>
      </dsp:nvSpPr>
      <dsp:spPr>
        <a:xfrm>
          <a:off x="2909123" y="2816750"/>
          <a:ext cx="4363684" cy="1279267"/>
        </a:xfrm>
        <a:prstGeom prst="rightArrow">
          <a:avLst>
            <a:gd name="adj1" fmla="val 75000"/>
            <a:gd name="adj2" fmla="val 50000"/>
          </a:avLst>
        </a:prstGeom>
        <a:solidFill>
          <a:schemeClr val="accent3">
            <a:tint val="40000"/>
            <a:alpha val="90000"/>
            <a:hueOff val="6385568"/>
            <a:satOff val="-26549"/>
            <a:lumOff val="-2243"/>
            <a:alphaOff val="0"/>
          </a:schemeClr>
        </a:solidFill>
        <a:ln w="9525" cap="flat" cmpd="sng" algn="ctr">
          <a:solidFill>
            <a:schemeClr val="accent3">
              <a:tint val="40000"/>
              <a:alpha val="90000"/>
              <a:hueOff val="6385568"/>
              <a:satOff val="-26549"/>
              <a:lumOff val="-2243"/>
              <a:alphaOff val="0"/>
            </a:schemeClr>
          </a:solidFill>
          <a:prstDash val="solid"/>
        </a:ln>
        <a:effectLst/>
        <a:sp3d z="-227350" prstMaterial="matte"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510" tIns="16510" rIns="16510" bIns="16510" numCol="1" spcCol="1270" anchor="t" anchorCtr="0">
          <a:noAutofit/>
        </a:bodyPr>
        <a:lstStyle/>
        <a:p>
          <a:pPr marL="228600" lvl="1" indent="-228600" algn="l" defTabSz="11557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de-DE" sz="2600" kern="1200" dirty="0" smtClean="0"/>
            <a:t>Alle</a:t>
          </a:r>
          <a:endParaRPr lang="de-DE" sz="2600" kern="1200" dirty="0"/>
        </a:p>
      </dsp:txBody>
      <dsp:txXfrm>
        <a:off x="2909123" y="2816750"/>
        <a:ext cx="4363684" cy="1279267"/>
      </dsp:txXfrm>
    </dsp:sp>
    <dsp:sp modelId="{8279BC17-CB40-45D0-8E48-ED8F4342727F}">
      <dsp:nvSpPr>
        <dsp:cNvPr id="0" name=""/>
        <dsp:cNvSpPr/>
      </dsp:nvSpPr>
      <dsp:spPr>
        <a:xfrm>
          <a:off x="0" y="2816750"/>
          <a:ext cx="2909123" cy="1279267"/>
        </a:xfrm>
        <a:prstGeom prst="roundRect">
          <a:avLst/>
        </a:prstGeom>
        <a:solidFill>
          <a:schemeClr val="accent3">
            <a:hueOff val="5812304"/>
            <a:satOff val="-18573"/>
            <a:lumOff val="-4706"/>
            <a:alphaOff val="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p3d extrusionH="152250" prstMaterial="matte">
          <a:bevelT w="165100" prst="coolSlant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5250" tIns="47625" rIns="95250" bIns="47625" numCol="1" spcCol="1270" anchor="ctr" anchorCtr="0">
          <a:noAutofit/>
          <a:sp3d extrusionH="28000" prstMaterial="matte"/>
        </a:bodyPr>
        <a:lstStyle/>
        <a:p>
          <a:pPr lvl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de-DE" sz="2500" kern="1200" dirty="0" smtClean="0"/>
            <a:t>Sprint </a:t>
          </a:r>
          <a:r>
            <a:rPr lang="de-DE" sz="2500" kern="1200" dirty="0" err="1" smtClean="0"/>
            <a:t>Retrospective</a:t>
          </a:r>
          <a:r>
            <a:rPr lang="de-DE" sz="2500" kern="1200" dirty="0" smtClean="0"/>
            <a:t> Meeting</a:t>
          </a:r>
          <a:endParaRPr lang="de-DE" sz="2500" kern="1200" dirty="0"/>
        </a:p>
      </dsp:txBody>
      <dsp:txXfrm>
        <a:off x="0" y="2816750"/>
        <a:ext cx="2909123" cy="1279267"/>
      </dsp:txXfrm>
    </dsp:sp>
    <dsp:sp modelId="{305F6773-5B3F-4F6C-B4BE-63FFB4531825}">
      <dsp:nvSpPr>
        <dsp:cNvPr id="0" name=""/>
        <dsp:cNvSpPr/>
      </dsp:nvSpPr>
      <dsp:spPr>
        <a:xfrm>
          <a:off x="2909123" y="4223944"/>
          <a:ext cx="4363684" cy="1279267"/>
        </a:xfrm>
        <a:prstGeom prst="rightArrow">
          <a:avLst>
            <a:gd name="adj1" fmla="val 75000"/>
            <a:gd name="adj2" fmla="val 50000"/>
          </a:avLst>
        </a:prstGeom>
        <a:solidFill>
          <a:schemeClr val="accent3">
            <a:tint val="40000"/>
            <a:alpha val="90000"/>
            <a:hueOff val="9578351"/>
            <a:satOff val="-39823"/>
            <a:lumOff val="-3364"/>
            <a:alphaOff val="0"/>
          </a:schemeClr>
        </a:solidFill>
        <a:ln w="9525" cap="flat" cmpd="sng" algn="ctr">
          <a:solidFill>
            <a:schemeClr val="accent3">
              <a:tint val="40000"/>
              <a:alpha val="90000"/>
              <a:hueOff val="9578351"/>
              <a:satOff val="-39823"/>
              <a:lumOff val="-3364"/>
              <a:alphaOff val="0"/>
            </a:schemeClr>
          </a:solidFill>
          <a:prstDash val="solid"/>
        </a:ln>
        <a:effectLst/>
        <a:sp3d z="-227350" prstMaterial="matte"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510" tIns="16510" rIns="16510" bIns="16510" numCol="1" spcCol="1270" anchor="t" anchorCtr="0">
          <a:noAutofit/>
        </a:bodyPr>
        <a:lstStyle/>
        <a:p>
          <a:pPr marL="228600" lvl="1" indent="-228600" algn="l" defTabSz="11557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de-DE" sz="2600" kern="1200" dirty="0" smtClean="0"/>
            <a:t>Alle</a:t>
          </a:r>
          <a:endParaRPr lang="de-DE" sz="2600" kern="1200" dirty="0"/>
        </a:p>
      </dsp:txBody>
      <dsp:txXfrm>
        <a:off x="2909123" y="4223944"/>
        <a:ext cx="4363684" cy="1279267"/>
      </dsp:txXfrm>
    </dsp:sp>
    <dsp:sp modelId="{FC2CD783-F90D-4BC9-BFFC-4F9E7586B54F}">
      <dsp:nvSpPr>
        <dsp:cNvPr id="0" name=""/>
        <dsp:cNvSpPr/>
      </dsp:nvSpPr>
      <dsp:spPr>
        <a:xfrm>
          <a:off x="0" y="4223944"/>
          <a:ext cx="2909123" cy="1279267"/>
        </a:xfrm>
        <a:prstGeom prst="roundRect">
          <a:avLst/>
        </a:prstGeom>
        <a:solidFill>
          <a:schemeClr val="accent3">
            <a:hueOff val="8718455"/>
            <a:satOff val="-27859"/>
            <a:lumOff val="-7059"/>
            <a:alphaOff val="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p3d extrusionH="152250" prstMaterial="matte">
          <a:bevelT w="165100" prst="coolSlant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5250" tIns="47625" rIns="95250" bIns="47625" numCol="1" spcCol="1270" anchor="ctr" anchorCtr="0">
          <a:noAutofit/>
          <a:sp3d extrusionH="28000" prstMaterial="matte"/>
        </a:bodyPr>
        <a:lstStyle/>
        <a:p>
          <a:pPr lvl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de-DE" sz="2500" kern="1200" dirty="0" smtClean="0"/>
            <a:t>Sprint </a:t>
          </a:r>
          <a:r>
            <a:rPr lang="de-DE" sz="2500" kern="1200" dirty="0" err="1" smtClean="0"/>
            <a:t>Planning</a:t>
          </a:r>
          <a:r>
            <a:rPr lang="de-DE" sz="2500" kern="1200" dirty="0" smtClean="0"/>
            <a:t> Meeting 1</a:t>
          </a:r>
          <a:endParaRPr lang="de-DE" sz="2500" kern="1200" dirty="0"/>
        </a:p>
      </dsp:txBody>
      <dsp:txXfrm>
        <a:off x="0" y="4223944"/>
        <a:ext cx="2909123" cy="1279267"/>
      </dsp:txXfrm>
    </dsp:sp>
    <dsp:sp modelId="{19AB6CE7-2049-4314-B60C-4A55BA4C2304}">
      <dsp:nvSpPr>
        <dsp:cNvPr id="0" name=""/>
        <dsp:cNvSpPr/>
      </dsp:nvSpPr>
      <dsp:spPr>
        <a:xfrm>
          <a:off x="2909123" y="5631138"/>
          <a:ext cx="4363684" cy="1279267"/>
        </a:xfrm>
        <a:prstGeom prst="rightArrow">
          <a:avLst>
            <a:gd name="adj1" fmla="val 75000"/>
            <a:gd name="adj2" fmla="val 50000"/>
          </a:avLst>
        </a:prstGeom>
        <a:solidFill>
          <a:schemeClr val="accent3">
            <a:tint val="40000"/>
            <a:alpha val="90000"/>
            <a:hueOff val="12771136"/>
            <a:satOff val="-53098"/>
            <a:lumOff val="-4485"/>
            <a:alphaOff val="0"/>
          </a:schemeClr>
        </a:solidFill>
        <a:ln w="9525" cap="flat" cmpd="sng" algn="ctr">
          <a:solidFill>
            <a:schemeClr val="accent3">
              <a:tint val="40000"/>
              <a:alpha val="90000"/>
              <a:hueOff val="12771136"/>
              <a:satOff val="-53098"/>
              <a:lumOff val="-4485"/>
              <a:alphaOff val="0"/>
            </a:schemeClr>
          </a:solidFill>
          <a:prstDash val="solid"/>
        </a:ln>
        <a:effectLst/>
        <a:sp3d z="-227350" prstMaterial="matte"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510" tIns="16510" rIns="16510" bIns="16510" numCol="1" spcCol="1270" anchor="t" anchorCtr="0">
          <a:noAutofit/>
        </a:bodyPr>
        <a:lstStyle/>
        <a:p>
          <a:pPr marL="228600" lvl="1" indent="-228600" algn="l" defTabSz="11557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de-DE" sz="2600" kern="1200" dirty="0" smtClean="0"/>
            <a:t>Nur Entwicklungsteam</a:t>
          </a:r>
          <a:endParaRPr lang="de-DE" sz="2600" kern="1200" dirty="0"/>
        </a:p>
      </dsp:txBody>
      <dsp:txXfrm>
        <a:off x="2909123" y="5631138"/>
        <a:ext cx="4363684" cy="1279267"/>
      </dsp:txXfrm>
    </dsp:sp>
    <dsp:sp modelId="{68E354AB-4658-4654-8E55-C13F150074B8}">
      <dsp:nvSpPr>
        <dsp:cNvPr id="0" name=""/>
        <dsp:cNvSpPr/>
      </dsp:nvSpPr>
      <dsp:spPr>
        <a:xfrm>
          <a:off x="0" y="5631138"/>
          <a:ext cx="2909123" cy="1279267"/>
        </a:xfrm>
        <a:prstGeom prst="roundRect">
          <a:avLst/>
        </a:prstGeom>
        <a:solidFill>
          <a:schemeClr val="accent3">
            <a:hueOff val="11624607"/>
            <a:satOff val="-37145"/>
            <a:lumOff val="-9412"/>
            <a:alphaOff val="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p3d extrusionH="152250" prstMaterial="matte">
          <a:bevelT w="165100" prst="coolSlant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5250" tIns="47625" rIns="95250" bIns="47625" numCol="1" spcCol="1270" anchor="ctr" anchorCtr="0">
          <a:noAutofit/>
          <a:sp3d extrusionH="28000" prstMaterial="matte"/>
        </a:bodyPr>
        <a:lstStyle/>
        <a:p>
          <a:pPr lvl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de-DE" sz="2500" kern="1200" dirty="0" smtClean="0"/>
            <a:t>Sprint </a:t>
          </a:r>
          <a:r>
            <a:rPr lang="de-DE" sz="2500" kern="1200" dirty="0" err="1" smtClean="0"/>
            <a:t>Planning</a:t>
          </a:r>
          <a:r>
            <a:rPr lang="de-DE" sz="2500" kern="1200" dirty="0" smtClean="0"/>
            <a:t> Meeting 2</a:t>
          </a:r>
          <a:endParaRPr lang="de-DE" sz="2500" kern="1200" dirty="0"/>
        </a:p>
      </dsp:txBody>
      <dsp:txXfrm>
        <a:off x="0" y="5631138"/>
        <a:ext cx="2909123" cy="1279267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ycle2">
  <dgm:title val=""/>
  <dgm:desc val=""/>
  <dgm:catLst>
    <dgm:cat type="cycle" pri="1000"/>
    <dgm:cat type="convert" pri="1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ycle">
    <dgm:varLst>
      <dgm:dir/>
      <dgm:resizeHandles val="exact"/>
    </dgm:varLst>
    <dgm:choose name="Name0">
      <dgm:if name="Name1" func="var" arg="dir" op="equ" val="norm">
        <dgm:choose name="Name2">
          <dgm:if name="Name3" axis="ch" ptType="node" func="cnt" op="gt" val="2">
            <dgm:alg type="cycle">
              <dgm:param type="stAng" val="0"/>
              <dgm:param type="spanAng" val="360"/>
            </dgm:alg>
          </dgm:if>
          <dgm:else name="Name4">
            <dgm:alg type="cycle">
              <dgm:param type="stAng" val="-90"/>
              <dgm:param type="spanAng" val="360"/>
            </dgm:alg>
          </dgm:else>
        </dgm:choose>
      </dgm:if>
      <dgm:else name="Name5">
        <dgm:choose name="Name6">
          <dgm:if name="Name7" axis="ch" ptType="node" func="cnt" op="gt" val="2">
            <dgm:alg type="cycle">
              <dgm:param type="stAng" val="0"/>
              <dgm:param type="spanAng" val="-360"/>
            </dgm:alg>
          </dgm:if>
          <dgm:else name="Name8">
            <dgm:alg type="cycle">
              <dgm:param type="stAng" val="90"/>
              <dgm:param type="spanAng" val="-360"/>
            </dgm:alg>
          </dgm:else>
        </dgm:choose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ptType="sibTrans" refType="w" refFor="ch" refPtType="node" op="equ" fact="0.25"/>
      <dgm:constr type="sibSp" refType="w" refFor="ch" refPtType="node" fact="0.5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>
          <dgm:param type="txAnchorVertCh" val="mid"/>
        </dgm:alg>
        <dgm:shape xmlns:r="http://schemas.openxmlformats.org/officeDocument/2006/relationships" type="ellipse" r:blip="">
          <dgm:adjLst/>
        </dgm:shape>
        <dgm:presOf axis="desOrSelf" ptType="node"/>
        <dgm:constrLst>
          <dgm:constr type="h" refType="w"/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  <dgm:choose name="Name9">
        <dgm:if name="Name10" axis="par ch" ptType="doc node" func="cnt" op="gt" val="1">
          <dgm:forEach name="sibTransForEach" axis="followSib" ptType="sibTrans" hideLastTrans="0" cnt="1">
            <dgm:layoutNode name="sibTrans">
              <dgm:choose name="Name11">
                <dgm:if name="Name12" axis="par ch" ptType="doc node" func="cnt" op="lt" val="3">
                  <dgm:alg type="conn">
                    <dgm:param type="begPts" val="radial"/>
                    <dgm:param type="endPts" val="radial"/>
                  </dgm:alg>
                </dgm:if>
                <dgm:else name="Name13">
                  <dgm:alg type="conn">
                    <dgm:param type="begPts" val="auto"/>
                    <dgm:param type="endPts" val="auto"/>
                  </dgm:alg>
                </dgm:else>
              </dgm:choose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1.35"/>
                <dgm:constr type="connDist"/>
                <dgm:constr type="w" for="ch" refType="connDist" fact="0.45"/>
                <dgm:constr type="h" for="ch" refType="h"/>
              </dgm:constrLst>
              <dgm:ruleLst/>
              <dgm:layoutNode name="connectorText">
                <dgm:alg type="tx">
                  <dgm:param type="autoTxRot" val="grav"/>
                </dgm:alg>
                <dgm:shape xmlns:r="http://schemas.openxmlformats.org/officeDocument/2006/relationships" type="conn" r:blip="" hideGeom="1">
                  <dgm:adjLst/>
                </dgm:shape>
                <dgm:presOf axis="self"/>
                <dgm:constrLst>
                  <dgm:constr type="lMarg"/>
                  <dgm:constr type="rMarg"/>
                  <dgm:constr type="tMarg"/>
                  <dgm:constr type="bMarg"/>
                </dgm:constrLst>
                <dgm:ruleLst>
                  <dgm:rule type="primFontSz" val="5" fact="NaN" max="NaN"/>
                </dgm:ruleLst>
              </dgm:layoutNode>
            </dgm:layoutNode>
          </dgm:forEach>
        </dgm:if>
        <dgm:else name="Name14"/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orgChart1">
  <dgm:title val=""/>
  <dgm:desc val=""/>
  <dgm:catLst>
    <dgm:cat type="hierarchy" pri="1000"/>
    <dgm:cat type="convert" pri="60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5"/>
      <dgm:constr type="w" for="des" forName="rootComposite" refType="w" fact="10"/>
      <dgm:constr type="h" for="des" forName="rootComposite" refType="w" refFor="des" refForName="rootComposite1" fact="0.5"/>
      <dgm:constr type="w" for="des" forName="rootComposite3" refType="w" fact="10"/>
      <dgm:constr type="h" for="des" forName="rootComposite3" refType="w" refFor="des" refForName="rootComposite1" fact="0.5"/>
      <dgm:constr type="primFontSz" for="des" ptType="node" op="equ"/>
      <dgm:constr type="sp" for="des" op="equ"/>
      <dgm:constr type="sp" for="des" forName="hierRoot1" refType="w" refFor="des" refForName="rootComposite1" fact="0.21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axis="ch" ptType="asst" func="cnt" op="gte" val="1">
                  <dgm:alg type="hierRoot">
                    <dgm:param type="hierAlign" val="tR"/>
                  </dgm:alg>
                  <dgm:constrLst>
                    <dgm:constr type="alignOff" val="0.65"/>
                  </dgm:constrLst>
                </dgm:if>
                <dgm:else name="Name9">
                  <dgm:alg type="hierRoot">
                    <dgm:param type="hierAlign" val="tR"/>
                  </dgm:alg>
                  <dgm:constrLst>
                    <dgm:constr type="alignOff" val="0.25"/>
                  </dgm:constrLst>
                </dgm:else>
              </dgm:choose>
            </dgm:if>
            <dgm:if name="Name10" func="var" arg="hierBranch" op="equ" val="r">
              <dgm:choose name="Name11">
                <dgm:if name="Name12" axis="ch" ptType="asst" func="cnt" op="gte" val="1">
                  <dgm:alg type="hierRoot">
                    <dgm:param type="hierAlign" val="tL"/>
                  </dgm:alg>
                  <dgm:constrLst>
                    <dgm:constr type="alignOff" val="0.65"/>
                  </dgm:constrLst>
                </dgm:if>
                <dgm:else name="Name13">
                  <dgm:alg type="hierRoot">
                    <dgm:param type="hierAlign" val="tL"/>
                  </dgm:alg>
                  <dgm:constrLst>
                    <dgm:constr type="alignOff" val="0.25"/>
                  </dgm:constrLst>
                </dgm:else>
              </dgm:choose>
            </dgm:if>
            <dgm:if name="Name14" func="var" arg="hierBranch" op="equ" val="hang">
              <dgm:alg type="hierRoot"/>
              <dgm:constrLst>
                <dgm:constr type="alignOff" val="0.65"/>
              </dgm:constrLst>
            </dgm:if>
            <dgm:else name="Name15">
              <dgm:alg type="hierRoot"/>
              <dgm:constrLst>
                <dgm:constr type="alignOff"/>
                <dgm:constr type="bendDist" for="des" ptType="parTrans" refType="sp" fact="0.5"/>
              </dgm:constrLst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16">
              <dgm:if name="Name17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8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9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0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1">
              <dgm:if name="Name22" func="var" arg="hierBranch" op="equ" val="l">
                <dgm:alg type="hierChild">
                  <dgm:param type="chAlign" val="r"/>
                  <dgm:param type="linDir" val="fromT"/>
                </dgm:alg>
              </dgm:if>
              <dgm:if name="Name23" func="var" arg="hierBranch" op="equ" val="r">
                <dgm:alg type="hierChild">
                  <dgm:param type="chAlign" val="l"/>
                  <dgm:param type="linDir" val="fromT"/>
                </dgm:alg>
              </dgm:if>
              <dgm:if name="Name24" func="var" arg="hierBranch" op="equ" val="hang">
                <dgm:choose name="Name25">
                  <dgm:if name="Name26" func="var" arg="dir" op="equ" val="norm">
                    <dgm:alg type="hierChild">
                      <dgm:param type="chAlign" val="l"/>
                      <dgm:param type="linDir" val="fromL"/>
                      <dgm:param type="secChAlign" val="t"/>
                      <dgm:param type="secLinDir" val="fromT"/>
                    </dgm:alg>
                  </dgm:if>
                  <dgm:else name="Name27">
                    <dgm:alg type="hierChild">
                      <dgm:param type="chAlign" val="l"/>
                      <dgm:param type="linDir" val="fromR"/>
                      <dgm:param type="secChAlign" val="t"/>
                      <dgm:param type="secLinDir" val="fromT"/>
                    </dgm:alg>
                  </dgm:else>
                </dgm:choose>
              </dgm:if>
              <dgm:else name="Name28">
                <dgm:choose name="Name29">
                  <dgm:if name="Name30" func="var" arg="dir" op="equ" val="norm">
                    <dgm:alg type="hierChild"/>
                  </dgm:if>
                  <dgm:else name="Name31">
                    <dgm:alg type="hierChild">
                      <dgm:param type="linDir" val="from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32" axis="precedSib" ptType="parTrans" st="-1" cnt="1">
                <dgm:choose name="Name33">
                  <dgm:if name="Name34" func="var" arg="hierBranch" op="equ" val="std">
                    <dgm:layoutNode name="Name35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tCtr"/>
                        <dgm:param type="bendPt" val="end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36" func="var" arg="hierBranch" op="equ" val="init">
                    <dgm:layoutNode name="Name37">
                      <dgm:choose name="Name38">
                        <dgm:if name="Name39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</dgm:alg>
                        </dgm:if>
                        <dgm:else name="Name40">
                          <dgm:choose name="Name41">
                            <dgm:if name="Name42" axis="par des" func="maxDepth" op="lte" val="1">
                              <dgm:choose name="Name43">
                                <dgm:if name="Name44" axis="par ch" ptType="node asst" func="cnt" op="gte" val="1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</dgm:alg>
                                </dgm:if>
                                <dgm:else name="Name45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  <dgm:param type="srcNode" val="rootConnector"/>
                                  </dgm:alg>
                                </dgm:else>
                              </dgm:choose>
                            </dgm:if>
                            <dgm:else name="Name46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47" func="var" arg="hierBranch" op="equ" val="hang">
                    <dgm:layoutNode name="Name48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midL midR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49">
                    <dgm:layoutNode name="Name50">
                      <dgm:choose name="Name51">
                        <dgm:if name="Name52" axis="self" func="depth" op="lte" val="2">
                          <dgm:choose name="Name53">
                            <dgm:if name="Name54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5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1"/>
                              </dgm:alg>
                            </dgm:else>
                          </dgm:choose>
                        </dgm:if>
                        <dgm:else name="Name56">
                          <dgm:choose name="Name57">
                            <dgm:if name="Name58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9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0">
                  <dgm:if name="Name61" func="var" arg="hierBranch" op="equ" val="l">
                    <dgm:choose name="Name62">
                      <dgm:if name="Name63" axis="ch" ptType="asst" func="cnt" op="gte" val="1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4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5" func="var" arg="hierBranch" op="equ" val="r">
                    <dgm:choose name="Name66">
                      <dgm:if name="Name67" axis="ch" ptType="asst" func="cnt" op="g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8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9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70" func="var" arg="hierBranch" op="equ" val="init">
                    <dgm:choose name="Name71">
                      <dgm:if name="Name72" axis="des" func="maxDepth" op="lte" val="1">
                        <dgm:choose name="Name73">
                          <dgm:if name="Name74" axis="ch" ptType="asst" func="cnt" op="gte" val="1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65"/>
                            </dgm:constrLst>
                          </dgm:if>
                          <dgm:else name="Name75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25"/>
                            </dgm:constrLst>
                          </dgm:else>
                        </dgm:choose>
                      </dgm:if>
                      <dgm:else name="Name76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77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else>
                </dgm:choose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78">
                    <dgm:if name="Name79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0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1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2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3">
                    <dgm:if name="Name84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85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86" func="var" arg="hierBranch" op="equ" val="hang">
                      <dgm:choose name="Name87">
                        <dgm:if name="Name88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89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90" func="var" arg="hierBranch" op="equ" val="std">
                      <dgm:choose name="Name91">
                        <dgm:if name="Name92" func="var" arg="dir" op="equ" val="norm">
                          <dgm:alg type="hierChild"/>
                        </dgm:if>
                        <dgm:else name="Name93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init">
                      <dgm:choose name="Name95">
                        <dgm:if name="Name96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97">
                          <dgm:choose name="Name98">
                            <dgm:if name="Name99" func="var" arg="dir" op="equ" val="norm">
                              <dgm:alg type="hierChild"/>
                            </dgm:if>
                            <dgm:else name="Name100">
                              <dgm:alg type="hierChild">
                                <dgm:param type="linDir" val="fromR"/>
                              </dgm:alg>
                            </dgm:else>
                          </dgm:choose>
                        </dgm:else>
                      </dgm:choose>
                    </dgm:if>
                    <dgm:else name="Name101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2" ref="rep2a"/>
                </dgm:layoutNode>
                <dgm:layoutNode name="hierChild5">
                  <dgm:choose name="Name103">
                    <dgm:if name="Name104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05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b"/>
                </dgm:layoutNode>
              </dgm:layoutNode>
            </dgm:forEach>
          </dgm:layoutNode>
          <dgm:layoutNode name="hierChild3">
            <dgm:choose name="Name107">
              <dgm:if name="Name108" func="var" arg="dir" op="equ" val="norm">
                <dgm:alg type="hierChild">
                  <dgm:param type="chAlign" val="l"/>
                  <dgm:param type="linDir" val="fromL"/>
                  <dgm:param type="secChAlign" val="t"/>
                  <dgm:param type="secLinDir" val="fromT"/>
                </dgm:alg>
              </dgm:if>
              <dgm:else name="Name109">
                <dgm:alg type="hierChild">
                  <dgm:param type="chAlign" val="l"/>
                  <dgm:param type="linDir" val="fromR"/>
                  <dgm:param type="secChAlign" val="t"/>
                  <dgm:param type="secLinDir" val="fromT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0" axis="precedSib" ptType="parTrans" st="-1" cnt="1">
                <dgm:layoutNode name="Name111">
                  <dgm:alg type="conn">
                    <dgm:param type="connRout" val="bend"/>
                    <dgm:param type="dim" val="1D"/>
                    <dgm:param type="endSty" val="noArr"/>
                    <dgm:param type="begPts" val="bCtr"/>
                    <dgm:param type="endPts" val="midL midR"/>
                  </dgm:alg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2">
                  <dgm:if name="Name113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4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5" func="var" arg="hierBranch" op="equ" val="hang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6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117" func="var" arg="hierBranch" op="equ" val="init">
                    <dgm:choose name="Name118">
                      <dgm:if name="Name119" axis="des" func="maxDepth" op="l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120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121"/>
                </dgm:choose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22">
                    <dgm:if name="Name123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4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5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26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27">
                    <dgm:if name="Name128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129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130" func="var" arg="hierBranch" op="equ" val="hang">
                      <dgm:choose name="Name131">
                        <dgm:if name="Name132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133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134" func="var" arg="hierBranch" op="equ" val="std">
                      <dgm:choose name="Name135">
                        <dgm:if name="Name136" func="var" arg="dir" op="equ" val="norm">
                          <dgm:alg type="hierChild"/>
                        </dgm:if>
                        <dgm:else name="Name137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38" func="var" arg="hierBranch" op="equ" val="init">
                      <dgm:choose name="Name139">
                        <dgm:if name="Name140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141">
                          <dgm:alg type="hierChild"/>
                        </dgm:else>
                      </dgm:choose>
                    </dgm:if>
                    <dgm:else name="Name142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3" ref="rep2a"/>
                </dgm:layoutNode>
                <dgm:layoutNode name="hierChild7">
                  <dgm:choose name="Name144">
                    <dgm:if name="Name145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46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7" ref="rep2b"/>
                </dgm:layoutNode>
              </dgm:layoutNode>
            </dgm:forEach>
          </dgm:layoutNode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orgChart1">
  <dgm:title val=""/>
  <dgm:desc val=""/>
  <dgm:catLst>
    <dgm:cat type="hierarchy" pri="1000"/>
    <dgm:cat type="convert" pri="60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5"/>
      <dgm:constr type="w" for="des" forName="rootComposite" refType="w" fact="10"/>
      <dgm:constr type="h" for="des" forName="rootComposite" refType="w" refFor="des" refForName="rootComposite1" fact="0.5"/>
      <dgm:constr type="w" for="des" forName="rootComposite3" refType="w" fact="10"/>
      <dgm:constr type="h" for="des" forName="rootComposite3" refType="w" refFor="des" refForName="rootComposite1" fact="0.5"/>
      <dgm:constr type="primFontSz" for="des" ptType="node" op="equ"/>
      <dgm:constr type="sp" for="des" op="equ"/>
      <dgm:constr type="sp" for="des" forName="hierRoot1" refType="w" refFor="des" refForName="rootComposite1" fact="0.21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axis="ch" ptType="asst" func="cnt" op="gte" val="1">
                  <dgm:alg type="hierRoot">
                    <dgm:param type="hierAlign" val="tR"/>
                  </dgm:alg>
                  <dgm:constrLst>
                    <dgm:constr type="alignOff" val="0.65"/>
                  </dgm:constrLst>
                </dgm:if>
                <dgm:else name="Name9">
                  <dgm:alg type="hierRoot">
                    <dgm:param type="hierAlign" val="tR"/>
                  </dgm:alg>
                  <dgm:constrLst>
                    <dgm:constr type="alignOff" val="0.25"/>
                  </dgm:constrLst>
                </dgm:else>
              </dgm:choose>
            </dgm:if>
            <dgm:if name="Name10" func="var" arg="hierBranch" op="equ" val="r">
              <dgm:choose name="Name11">
                <dgm:if name="Name12" axis="ch" ptType="asst" func="cnt" op="gte" val="1">
                  <dgm:alg type="hierRoot">
                    <dgm:param type="hierAlign" val="tL"/>
                  </dgm:alg>
                  <dgm:constrLst>
                    <dgm:constr type="alignOff" val="0.65"/>
                  </dgm:constrLst>
                </dgm:if>
                <dgm:else name="Name13">
                  <dgm:alg type="hierRoot">
                    <dgm:param type="hierAlign" val="tL"/>
                  </dgm:alg>
                  <dgm:constrLst>
                    <dgm:constr type="alignOff" val="0.25"/>
                  </dgm:constrLst>
                </dgm:else>
              </dgm:choose>
            </dgm:if>
            <dgm:if name="Name14" func="var" arg="hierBranch" op="equ" val="hang">
              <dgm:alg type="hierRoot"/>
              <dgm:constrLst>
                <dgm:constr type="alignOff" val="0.65"/>
              </dgm:constrLst>
            </dgm:if>
            <dgm:else name="Name15">
              <dgm:alg type="hierRoot"/>
              <dgm:constrLst>
                <dgm:constr type="alignOff"/>
                <dgm:constr type="bendDist" for="des" ptType="parTrans" refType="sp" fact="0.5"/>
              </dgm:constrLst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16">
              <dgm:if name="Name17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8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9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0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1">
              <dgm:if name="Name22" func="var" arg="hierBranch" op="equ" val="l">
                <dgm:alg type="hierChild">
                  <dgm:param type="chAlign" val="r"/>
                  <dgm:param type="linDir" val="fromT"/>
                </dgm:alg>
              </dgm:if>
              <dgm:if name="Name23" func="var" arg="hierBranch" op="equ" val="r">
                <dgm:alg type="hierChild">
                  <dgm:param type="chAlign" val="l"/>
                  <dgm:param type="linDir" val="fromT"/>
                </dgm:alg>
              </dgm:if>
              <dgm:if name="Name24" func="var" arg="hierBranch" op="equ" val="hang">
                <dgm:choose name="Name25">
                  <dgm:if name="Name26" func="var" arg="dir" op="equ" val="norm">
                    <dgm:alg type="hierChild">
                      <dgm:param type="chAlign" val="l"/>
                      <dgm:param type="linDir" val="fromL"/>
                      <dgm:param type="secChAlign" val="t"/>
                      <dgm:param type="secLinDir" val="fromT"/>
                    </dgm:alg>
                  </dgm:if>
                  <dgm:else name="Name27">
                    <dgm:alg type="hierChild">
                      <dgm:param type="chAlign" val="l"/>
                      <dgm:param type="linDir" val="fromR"/>
                      <dgm:param type="secChAlign" val="t"/>
                      <dgm:param type="secLinDir" val="fromT"/>
                    </dgm:alg>
                  </dgm:else>
                </dgm:choose>
              </dgm:if>
              <dgm:else name="Name28">
                <dgm:choose name="Name29">
                  <dgm:if name="Name30" func="var" arg="dir" op="equ" val="norm">
                    <dgm:alg type="hierChild"/>
                  </dgm:if>
                  <dgm:else name="Name31">
                    <dgm:alg type="hierChild">
                      <dgm:param type="linDir" val="from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32" axis="precedSib" ptType="parTrans" st="-1" cnt="1">
                <dgm:choose name="Name33">
                  <dgm:if name="Name34" func="var" arg="hierBranch" op="equ" val="std">
                    <dgm:layoutNode name="Name35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tCtr"/>
                        <dgm:param type="bendPt" val="end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36" func="var" arg="hierBranch" op="equ" val="init">
                    <dgm:layoutNode name="Name37">
                      <dgm:choose name="Name38">
                        <dgm:if name="Name39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</dgm:alg>
                        </dgm:if>
                        <dgm:else name="Name40">
                          <dgm:choose name="Name41">
                            <dgm:if name="Name42" axis="par des" func="maxDepth" op="lte" val="1">
                              <dgm:choose name="Name43">
                                <dgm:if name="Name44" axis="par ch" ptType="node asst" func="cnt" op="gte" val="1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</dgm:alg>
                                </dgm:if>
                                <dgm:else name="Name45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  <dgm:param type="srcNode" val="rootConnector"/>
                                  </dgm:alg>
                                </dgm:else>
                              </dgm:choose>
                            </dgm:if>
                            <dgm:else name="Name46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47" func="var" arg="hierBranch" op="equ" val="hang">
                    <dgm:layoutNode name="Name48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midL midR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49">
                    <dgm:layoutNode name="Name50">
                      <dgm:choose name="Name51">
                        <dgm:if name="Name52" axis="self" func="depth" op="lte" val="2">
                          <dgm:choose name="Name53">
                            <dgm:if name="Name54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5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1"/>
                              </dgm:alg>
                            </dgm:else>
                          </dgm:choose>
                        </dgm:if>
                        <dgm:else name="Name56">
                          <dgm:choose name="Name57">
                            <dgm:if name="Name58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9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0">
                  <dgm:if name="Name61" func="var" arg="hierBranch" op="equ" val="l">
                    <dgm:choose name="Name62">
                      <dgm:if name="Name63" axis="ch" ptType="asst" func="cnt" op="gte" val="1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4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5" func="var" arg="hierBranch" op="equ" val="r">
                    <dgm:choose name="Name66">
                      <dgm:if name="Name67" axis="ch" ptType="asst" func="cnt" op="g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8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9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70" func="var" arg="hierBranch" op="equ" val="init">
                    <dgm:choose name="Name71">
                      <dgm:if name="Name72" axis="des" func="maxDepth" op="lte" val="1">
                        <dgm:choose name="Name73">
                          <dgm:if name="Name74" axis="ch" ptType="asst" func="cnt" op="gte" val="1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65"/>
                            </dgm:constrLst>
                          </dgm:if>
                          <dgm:else name="Name75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25"/>
                            </dgm:constrLst>
                          </dgm:else>
                        </dgm:choose>
                      </dgm:if>
                      <dgm:else name="Name76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77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else>
                </dgm:choose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78">
                    <dgm:if name="Name79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0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1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2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3">
                    <dgm:if name="Name84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85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86" func="var" arg="hierBranch" op="equ" val="hang">
                      <dgm:choose name="Name87">
                        <dgm:if name="Name88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89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90" func="var" arg="hierBranch" op="equ" val="std">
                      <dgm:choose name="Name91">
                        <dgm:if name="Name92" func="var" arg="dir" op="equ" val="norm">
                          <dgm:alg type="hierChild"/>
                        </dgm:if>
                        <dgm:else name="Name93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init">
                      <dgm:choose name="Name95">
                        <dgm:if name="Name96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97">
                          <dgm:choose name="Name98">
                            <dgm:if name="Name99" func="var" arg="dir" op="equ" val="norm">
                              <dgm:alg type="hierChild"/>
                            </dgm:if>
                            <dgm:else name="Name100">
                              <dgm:alg type="hierChild">
                                <dgm:param type="linDir" val="fromR"/>
                              </dgm:alg>
                            </dgm:else>
                          </dgm:choose>
                        </dgm:else>
                      </dgm:choose>
                    </dgm:if>
                    <dgm:else name="Name101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2" ref="rep2a"/>
                </dgm:layoutNode>
                <dgm:layoutNode name="hierChild5">
                  <dgm:choose name="Name103">
                    <dgm:if name="Name104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05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b"/>
                </dgm:layoutNode>
              </dgm:layoutNode>
            </dgm:forEach>
          </dgm:layoutNode>
          <dgm:layoutNode name="hierChild3">
            <dgm:choose name="Name107">
              <dgm:if name="Name108" func="var" arg="dir" op="equ" val="norm">
                <dgm:alg type="hierChild">
                  <dgm:param type="chAlign" val="l"/>
                  <dgm:param type="linDir" val="fromL"/>
                  <dgm:param type="secChAlign" val="t"/>
                  <dgm:param type="secLinDir" val="fromT"/>
                </dgm:alg>
              </dgm:if>
              <dgm:else name="Name109">
                <dgm:alg type="hierChild">
                  <dgm:param type="chAlign" val="l"/>
                  <dgm:param type="linDir" val="fromR"/>
                  <dgm:param type="secChAlign" val="t"/>
                  <dgm:param type="secLinDir" val="fromT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0" axis="precedSib" ptType="parTrans" st="-1" cnt="1">
                <dgm:layoutNode name="Name111">
                  <dgm:alg type="conn">
                    <dgm:param type="connRout" val="bend"/>
                    <dgm:param type="dim" val="1D"/>
                    <dgm:param type="endSty" val="noArr"/>
                    <dgm:param type="begPts" val="bCtr"/>
                    <dgm:param type="endPts" val="midL midR"/>
                  </dgm:alg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2">
                  <dgm:if name="Name113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4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5" func="var" arg="hierBranch" op="equ" val="hang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6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117" func="var" arg="hierBranch" op="equ" val="init">
                    <dgm:choose name="Name118">
                      <dgm:if name="Name119" axis="des" func="maxDepth" op="l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120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121"/>
                </dgm:choose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22">
                    <dgm:if name="Name123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4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5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26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27">
                    <dgm:if name="Name128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129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130" func="var" arg="hierBranch" op="equ" val="hang">
                      <dgm:choose name="Name131">
                        <dgm:if name="Name132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133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134" func="var" arg="hierBranch" op="equ" val="std">
                      <dgm:choose name="Name135">
                        <dgm:if name="Name136" func="var" arg="dir" op="equ" val="norm">
                          <dgm:alg type="hierChild"/>
                        </dgm:if>
                        <dgm:else name="Name137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38" func="var" arg="hierBranch" op="equ" val="init">
                      <dgm:choose name="Name139">
                        <dgm:if name="Name140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141">
                          <dgm:alg type="hierChild"/>
                        </dgm:else>
                      </dgm:choose>
                    </dgm:if>
                    <dgm:else name="Name142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3" ref="rep2a"/>
                </dgm:layoutNode>
                <dgm:layoutNode name="hierChild7">
                  <dgm:choose name="Name144">
                    <dgm:if name="Name145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46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7" ref="rep2b"/>
                </dgm:layoutNode>
              </dgm:layoutNode>
            </dgm:forEach>
          </dgm:layoutNode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vList6">
  <dgm:title val=""/>
  <dgm:desc val=""/>
  <dgm:catLst>
    <dgm:cat type="process" pri="22000"/>
    <dgm:cat type="list" pri="17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14" srcId="1" destId="12" srcOrd="0" destOrd="0"/>
        <dgm:cxn modelId="23" srcId="2" destId="21" srcOrd="0" destOrd="0"/>
        <dgm:cxn modelId="24" srcId="2" destId="22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/>
    </dgm:varLst>
    <dgm:alg type="lin">
      <dgm:param type="linDir" val="fromT"/>
    </dgm:alg>
    <dgm:shape xmlns:r="http://schemas.openxmlformats.org/officeDocument/2006/relationships" r:blip="">
      <dgm:adjLst/>
    </dgm:shape>
    <dgm:presOf/>
    <dgm:constrLst>
      <dgm:constr type="w" for="ch" forName="linNode" refType="w"/>
      <dgm:constr type="h" for="ch" forName="linNode" refType="h"/>
      <dgm:constr type="h" for="ch" forName="spacing" refType="h" refFor="ch" refForName="linNode" fact="0.1"/>
      <dgm:constr type="primFontSz" for="des" forName="parentShp" op="equ" val="65"/>
      <dgm:constr type="primFontSz" for="des" forName="childShp" op="equ" val="65"/>
    </dgm:constrLst>
    <dgm:ruleLst/>
    <dgm:forEach name="Name1" axis="ch" ptType="node">
      <dgm:layoutNode name="linNode">
        <dgm:choose name="Name2">
          <dgm:if name="Name3" func="var" arg="dir" op="equ" val="norm">
            <dgm:alg type="lin">
              <dgm:param type="linDir" val="fromL"/>
            </dgm:alg>
          </dgm:if>
          <dgm:else name="Name4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hoose name="Name5">
          <dgm:if name="Name6" func="var" arg="dir" op="equ" val="norm">
            <dgm:constrLst>
              <dgm:constr type="w" for="ch" forName="parentShp" refType="w" fact="0.4"/>
              <dgm:constr type="h" for="ch" forName="parentShp" refType="h"/>
              <dgm:constr type="w" for="ch" forName="childShp" refType="w" fact="0.6"/>
              <dgm:constr type="h" for="ch" forName="childShp" refType="h" refFor="ch" refForName="parentShp"/>
            </dgm:constrLst>
          </dgm:if>
          <dgm:else name="Name7">
            <dgm:constrLst>
              <dgm:constr type="w" for="ch" forName="parentShp" refType="w" fact="0.4"/>
              <dgm:constr type="h" for="ch" forName="parentShp" refType="h"/>
              <dgm:constr type="w" for="ch" forName="childShp" refType="w" fact="0.6"/>
              <dgm:constr type="h" for="ch" forName="childShp" refType="h" refFor="ch" refForName="parentShp"/>
            </dgm:constrLst>
          </dgm:else>
        </dgm:choose>
        <dgm:ruleLst/>
        <dgm:layoutNode name="parentShp" styleLbl="node1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childShp" styleLbl="bgAccFollowNode1">
          <dgm:varLst>
            <dgm:bulletEnabled val="1"/>
          </dgm:varLst>
          <dgm:alg type="tx">
            <dgm:param type="stBulletLvl" val="1"/>
          </dgm:alg>
          <dgm:choose name="Name8">
            <dgm:if name="Name9" func="var" arg="dir" op="equ" val="norm">
              <dgm:shape xmlns:r="http://schemas.openxmlformats.org/officeDocument/2006/relationships" type="rightArrow" r:blip="" zOrderOff="-2">
                <dgm:adjLst>
                  <dgm:adj idx="1" val="0.75"/>
                </dgm:adjLst>
              </dgm:shape>
            </dgm:if>
            <dgm:else name="Name10">
              <dgm:shape xmlns:r="http://schemas.openxmlformats.org/officeDocument/2006/relationships" rot="180" type="rightArrow" r:blip="" zOrderOff="-2">
                <dgm:adjLst>
                  <dgm:adj idx="1" val="0.75"/>
                </dgm:adjLst>
              </dgm:shape>
            </dgm:else>
          </dgm:choose>
          <dgm:presOf axis="des" ptType="node"/>
          <dgm:constrLst>
            <dgm:constr type="secFontSz" refType="primFontSz"/>
            <dgm:constr type="tMarg" refType="primFontSz" fact="0.05"/>
            <dgm:constr type="bMarg" refType="primFontSz" fact="0.05"/>
            <dgm:constr type="lMarg" refType="primFontSz" fact="0.05"/>
            <dgm:constr type="rMarg" refType="primFontSz" fact="0.05"/>
          </dgm:constrLst>
          <dgm:ruleLst>
            <dgm:rule type="primFontSz" val="5" fact="NaN" max="NaN"/>
          </dgm:ruleLst>
        </dgm:layoutNode>
      </dgm:layoutNode>
      <dgm:forEach name="Name11" axis="followSib" ptType="sibTrans" cnt="1">
        <dgm:layoutNode name="spacing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3d9">
  <dgm:title val=""/>
  <dgm:desc val=""/>
  <dgm:catLst>
    <dgm:cat type="3D" pri="11900"/>
  </dgm:catLst>
  <dgm:scene3d>
    <a:camera prst="perspectiveRelaxed">
      <a:rot lat="19149996" lon="20104178" rev="1577324"/>
    </a:camera>
    <a:lightRig rig="soft" dir="t"/>
    <a:backdrop>
      <a:anchor x="0" y="0" z="-210000"/>
      <a:norm dx="0" dy="0" dz="914400"/>
      <a:up dx="0" dy="914400" dz="0"/>
    </a:backdrop>
  </dgm:scene3d>
  <dgm:styleLbl name="node0">
    <dgm:scene3d>
      <a:camera prst="orthographicFront"/>
      <a:lightRig rig="threePt" dir="t"/>
    </dgm:scene3d>
    <dgm:sp3d extrusionH="152250" prstMaterial="matte">
      <a:bevelT w="165100" prst="coolSlant"/>
    </dgm:sp3d>
    <dgm:txPr>
      <a:sp3d extrusionH="28000" prstMaterial="matte"/>
    </dgm:txPr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 extrusionH="152250" prstMaterial="matte">
      <a:bevelT w="165100" prst="coolSlant"/>
    </dgm:sp3d>
    <dgm:txPr>
      <a:sp3d extrusionH="28000" prstMaterial="matte"/>
    </dgm:txPr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 extrusionH="152250" prstMaterial="matte">
      <a:bevelT w="165100" prst="coolSlant"/>
    </dgm:sp3d>
    <dgm:txPr>
      <a:sp3d extrusionH="28000" prstMaterial="matte"/>
    </dgm:txPr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 extrusionH="152250" prstMaterial="matte">
      <a:bevelT w="165100" prst="coolSlant"/>
    </dgm:sp3d>
    <dgm:txPr>
      <a:sp3d extrusionH="28000" prstMaterial="matte"/>
    </dgm:txPr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 extrusionH="152250" prstMaterial="matte">
      <a:bevelT w="165100" prst="coolSlant"/>
    </dgm:sp3d>
    <dgm:txPr>
      <a:sp3d extrusionH="28000" prstMaterial="matte"/>
    </dgm:txPr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 extrusionH="152250" prstMaterial="matte">
      <a:bevelT w="165100" prst="coolSlant"/>
    </dgm:sp3d>
    <dgm:txPr>
      <a:sp3d extrusionH="28000" prstMaterial="matte"/>
    </dgm:txPr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 extrusionH="152250" prstMaterial="matte">
      <a:bevelT w="165100" prst="coolSlant"/>
    </dgm:sp3d>
    <dgm:txPr>
      <a:sp3d extrusionH="28000" prstMaterial="matte"/>
    </dgm:txPr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 extrusionH="152250" prstMaterial="matte">
      <a:bevelT w="165100" prst="coolSlant"/>
    </dgm:sp3d>
    <dgm:txPr>
      <a:sp3d extrusionH="28000" prstMaterial="matte"/>
    </dgm:txPr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 extrusionH="152250" prstMaterial="matte">
      <a:bevelT w="165100" prst="coolSlan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 z="-22735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 z="-22735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 prstMaterial="matte"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 z="-22735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 z="-22735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 extrusionH="152250" prstMaterial="matte">
      <a:bevelT w="165100" prst="coolSlant"/>
    </dgm:sp3d>
    <dgm:txPr>
      <a:sp3d extrusionH="28000" prstMaterial="matte"/>
    </dgm:txPr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 extrusionH="152250" prstMaterial="matte">
      <a:bevelT w="165100" prst="coolSlant"/>
    </dgm:sp3d>
    <dgm:txPr>
      <a:sp3d extrusionH="28000" prstMaterial="matte"/>
    </dgm:txPr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 extrusionH="152250" prstMaterial="matte">
      <a:bevelT w="165100" prst="coolSlant"/>
    </dgm:sp3d>
    <dgm:txPr>
      <a:sp3d extrusionH="28000" prstMaterial="matte"/>
    </dgm:txPr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 extrusionH="152250" prstMaterial="matte">
      <a:bevelT w="165100" prst="coolSlant"/>
    </dgm:sp3d>
    <dgm:txPr>
      <a:sp3d extrusionH="28000" prstMaterial="matte"/>
    </dgm:txPr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 z="-22735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 z="-22735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 z="-227350" prstMaterial="matte"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 z="-227350" prstMaterial="matte"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 z="-22735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 z="-22735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 z="-22735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 z="-22735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 z="-22735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 extrusionH="152250" prstMaterial="matte">
      <a:bevelT w="165100" prst="coolSlant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 extrusionH="152250" prstMaterial="matte">
      <a:bevelT w="165100" prst="coolSlant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 z="-22735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 extrusionH="152250" prstMaterial="matte">
      <a:bevelT w="165100" prst="coolSlant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 z="-22735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 extrusionH="152250" prstMaterial="matte">
      <a:bevelT w="165100" prst="coolSlant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 z="-22735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 z="-22735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 z="-22735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trBgShp">
    <dgm:scene3d>
      <a:camera prst="orthographicFront"/>
      <a:lightRig rig="threePt" dir="t"/>
    </dgm:scene3d>
    <dgm:sp3d z="-22735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>
      <a:sp3d extrusionH="28000" prstMaterial="matte"/>
    </dgm:txPr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87688" cy="473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000" tIns="48000" rIns="96000" bIns="48000" numCol="1" anchor="t" anchorCtr="0" compatLnSpc="1">
            <a:prstTxWarp prst="textNoShape">
              <a:avLst/>
            </a:prstTxWarp>
          </a:bodyPr>
          <a:lstStyle>
            <a:lvl1pPr defTabSz="960358" eaLnBrk="0" hangingPunct="0">
              <a:defRPr sz="1100">
                <a:latin typeface="Times New Roman" pitchFamily="18" charset="0"/>
                <a:cs typeface="+mn-cs"/>
              </a:defRPr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35843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4060825" y="0"/>
            <a:ext cx="3003550" cy="473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000" tIns="48000" rIns="96000" bIns="48000" numCol="1" anchor="t" anchorCtr="0" compatLnSpc="1">
            <a:prstTxWarp prst="textNoShape">
              <a:avLst/>
            </a:prstTxWarp>
          </a:bodyPr>
          <a:lstStyle>
            <a:lvl1pPr algn="r" defTabSz="960358" eaLnBrk="0" hangingPunct="0">
              <a:defRPr sz="1100">
                <a:latin typeface="Times New Roman" pitchFamily="18" charset="0"/>
                <a:cs typeface="+mn-cs"/>
              </a:defRPr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35844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721850"/>
            <a:ext cx="3087688" cy="474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000" tIns="48000" rIns="96000" bIns="48000" numCol="1" anchor="b" anchorCtr="0" compatLnSpc="1">
            <a:prstTxWarp prst="textNoShape">
              <a:avLst/>
            </a:prstTxWarp>
          </a:bodyPr>
          <a:lstStyle>
            <a:lvl1pPr defTabSz="960358" eaLnBrk="0" hangingPunct="0">
              <a:defRPr sz="1100">
                <a:latin typeface="Times New Roman" pitchFamily="18" charset="0"/>
                <a:cs typeface="+mn-cs"/>
              </a:defRPr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35845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060825" y="9721850"/>
            <a:ext cx="3003550" cy="474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000" tIns="48000" rIns="96000" bIns="48000" numCol="1" anchor="b" anchorCtr="0" compatLnSpc="1">
            <a:prstTxWarp prst="textNoShape">
              <a:avLst/>
            </a:prstTxWarp>
          </a:bodyPr>
          <a:lstStyle>
            <a:lvl1pPr algn="r" defTabSz="960358" eaLnBrk="0" hangingPunct="0">
              <a:defRPr sz="1100">
                <a:latin typeface="Times New Roman" pitchFamily="18" charset="0"/>
                <a:cs typeface="+mn-cs"/>
              </a:defRPr>
            </a:lvl1pPr>
          </a:lstStyle>
          <a:p>
            <a:pPr>
              <a:defRPr/>
            </a:pPr>
            <a:fld id="{784A61ED-6775-4466-8EB5-F6D836CA7BD4}" type="slidenum">
              <a:rPr lang="de-DE"/>
              <a:pPr>
                <a:defRPr/>
              </a:pPr>
              <a:t>‹Nr.›</a:t>
            </a:fld>
            <a:endParaRPr lang="de-D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78163" cy="5127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000" tIns="48000" rIns="96000" bIns="48000" numCol="1" anchor="t" anchorCtr="0" compatLnSpc="1">
            <a:prstTxWarp prst="textNoShape">
              <a:avLst/>
            </a:prstTxWarp>
          </a:bodyPr>
          <a:lstStyle>
            <a:lvl1pPr defTabSz="960358" eaLnBrk="0" hangingPunct="0">
              <a:defRPr sz="1100">
                <a:latin typeface="Times New Roman" pitchFamily="18" charset="0"/>
                <a:cs typeface="+mn-cs"/>
              </a:defRPr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1024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021138" y="0"/>
            <a:ext cx="3078162" cy="5127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000" tIns="48000" rIns="96000" bIns="48000" numCol="1" anchor="t" anchorCtr="0" compatLnSpc="1">
            <a:prstTxWarp prst="textNoShape">
              <a:avLst/>
            </a:prstTxWarp>
          </a:bodyPr>
          <a:lstStyle>
            <a:lvl1pPr algn="r" defTabSz="960358" eaLnBrk="0" hangingPunct="0">
              <a:defRPr sz="1100">
                <a:latin typeface="Times New Roman" pitchFamily="18" charset="0"/>
                <a:cs typeface="+mn-cs"/>
              </a:defRPr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11059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95363" y="769938"/>
            <a:ext cx="5113337" cy="38354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024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47738" y="4859338"/>
            <a:ext cx="5203825" cy="4606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000" tIns="48000" rIns="96000" bIns="4800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e-DE" noProof="0" smtClean="0"/>
              <a:t>Klicken Sie, um die Textformatierung des Masters zu bearbeiten.</a:t>
            </a:r>
          </a:p>
          <a:p>
            <a:pPr lvl="1"/>
            <a:r>
              <a:rPr lang="de-DE" noProof="0" smtClean="0"/>
              <a:t>Zweite Ebene</a:t>
            </a:r>
          </a:p>
          <a:p>
            <a:pPr lvl="2"/>
            <a:r>
              <a:rPr lang="de-DE" noProof="0" smtClean="0"/>
              <a:t>Dritte Ebene</a:t>
            </a:r>
          </a:p>
          <a:p>
            <a:pPr lvl="3"/>
            <a:r>
              <a:rPr lang="de-DE" noProof="0" smtClean="0"/>
              <a:t>Vierte Ebene</a:t>
            </a:r>
          </a:p>
          <a:p>
            <a:pPr lvl="4"/>
            <a:r>
              <a:rPr lang="de-DE" noProof="0" smtClean="0"/>
              <a:t>Fünfte Ebene</a:t>
            </a:r>
          </a:p>
        </p:txBody>
      </p:sp>
      <p:sp>
        <p:nvSpPr>
          <p:cNvPr id="1024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721850"/>
            <a:ext cx="3078163" cy="5127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000" tIns="48000" rIns="96000" bIns="48000" numCol="1" anchor="b" anchorCtr="0" compatLnSpc="1">
            <a:prstTxWarp prst="textNoShape">
              <a:avLst/>
            </a:prstTxWarp>
          </a:bodyPr>
          <a:lstStyle>
            <a:lvl1pPr defTabSz="960358" eaLnBrk="0" hangingPunct="0">
              <a:defRPr sz="1100">
                <a:latin typeface="Times New Roman" pitchFamily="18" charset="0"/>
                <a:cs typeface="+mn-cs"/>
              </a:defRPr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1024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021138" y="9721850"/>
            <a:ext cx="3078162" cy="5127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000" tIns="48000" rIns="96000" bIns="48000" numCol="1" anchor="b" anchorCtr="0" compatLnSpc="1">
            <a:prstTxWarp prst="textNoShape">
              <a:avLst/>
            </a:prstTxWarp>
          </a:bodyPr>
          <a:lstStyle>
            <a:lvl1pPr algn="r" defTabSz="960358" eaLnBrk="0" hangingPunct="0">
              <a:defRPr sz="1100">
                <a:latin typeface="Times New Roman" pitchFamily="18" charset="0"/>
                <a:cs typeface="+mn-cs"/>
              </a:defRPr>
            </a:lvl1pPr>
          </a:lstStyle>
          <a:p>
            <a:pPr>
              <a:defRPr/>
            </a:pPr>
            <a:fld id="{6AADA086-1A62-45A2-B852-A0595BC5594D}" type="slidenum">
              <a:rPr lang="de-DE"/>
              <a:pPr>
                <a:defRPr/>
              </a:pPr>
              <a:t>‹Nr.›</a:t>
            </a:fld>
            <a:endParaRPr lang="de-D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>
            <a:normAutofit/>
          </a:bodyPr>
          <a:lstStyle>
            <a:lvl1pPr marL="0" indent="0" algn="ctr">
              <a:buNone/>
              <a:defRPr sz="28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de-DE" smtClean="0"/>
              <a:t>Formatvorlage des Untertitelmasters durch Klicken bearbeiten</a:t>
            </a:r>
            <a:endParaRPr lang="de-DE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3">
                    <a:lumMod val="50000"/>
                  </a:schemeClr>
                </a:solidFill>
              </a:defRPr>
            </a:lvl1pPr>
          </a:lstStyle>
          <a:p>
            <a:r>
              <a:rPr lang="de-DE" dirty="0" smtClean="0"/>
              <a:t>Titelmasterformat durch Klicken bearbeiten</a:t>
            </a:r>
            <a:endParaRPr lang="de-DE" dirty="0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>
              <a:defRPr sz="2000"/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de-DE" smtClean="0"/>
              <a:t>Textmasterformate durch Klicken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 smtClean="0"/>
              <a:t>Textmasterformate durch Klicken bearbeiten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>
          <a:xfrm>
            <a:off x="457200" y="6237288"/>
            <a:ext cx="2133600" cy="365125"/>
          </a:xfrm>
          <a:prstGeom prst="rect">
            <a:avLst/>
          </a:prstGeom>
        </p:spPr>
        <p:txBody>
          <a:bodyPr/>
          <a:lstStyle>
            <a:lvl1pPr eaLnBrk="0" hangingPunct="0">
              <a:defRPr>
                <a:latin typeface="Arial" pitchFamily="34" charset="0"/>
                <a:cs typeface="+mn-cs"/>
              </a:defRPr>
            </a:lvl1pPr>
          </a:lstStyle>
          <a:p>
            <a:pPr>
              <a:defRPr/>
            </a:pPr>
            <a:fld id="{CD980D40-7F23-471F-BA6E-ECA0DCC8EB09}" type="datetimeFigureOut">
              <a:rPr lang="de-DE"/>
              <a:pPr>
                <a:defRPr/>
              </a:pPr>
              <a:t>19.08.2013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 eaLnBrk="0" hangingPunct="0">
              <a:defRPr>
                <a:latin typeface="Arial" pitchFamily="34" charset="0"/>
                <a:cs typeface="+mn-cs"/>
              </a:defRPr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>
            <a:lvl1pPr eaLnBrk="0" hangingPunct="0">
              <a:defRPr>
                <a:latin typeface="Arial" pitchFamily="34" charset="0"/>
                <a:cs typeface="+mn-cs"/>
              </a:defRPr>
            </a:lvl1pPr>
          </a:lstStyle>
          <a:p>
            <a:pPr>
              <a:defRPr/>
            </a:pPr>
            <a:fld id="{0CBBDCA9-50F0-4698-9372-33E48408E726}" type="slidenum">
              <a:rPr lang="en-US"/>
              <a:pPr>
                <a:defRPr/>
              </a:pPr>
              <a:t>‹Nr.›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Inhaltsplatzhalt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e-DE" smtClean="0"/>
              <a:t>Textmasterformate durch Klicken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e-DE" smtClean="0"/>
              <a:t>Textmasterformate durch Klicken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>
          <a:xfrm>
            <a:off x="457200" y="6237288"/>
            <a:ext cx="2133600" cy="365125"/>
          </a:xfrm>
          <a:prstGeom prst="rect">
            <a:avLst/>
          </a:prstGeom>
        </p:spPr>
        <p:txBody>
          <a:bodyPr/>
          <a:lstStyle>
            <a:lvl1pPr eaLnBrk="0" hangingPunct="0">
              <a:defRPr>
                <a:latin typeface="Arial" pitchFamily="34" charset="0"/>
                <a:cs typeface="+mn-cs"/>
              </a:defRPr>
            </a:lvl1pPr>
          </a:lstStyle>
          <a:p>
            <a:pPr>
              <a:defRPr/>
            </a:pPr>
            <a:fld id="{45C9A07B-B896-4FF7-A78E-A2A4DCE83051}" type="datetimeFigureOut">
              <a:rPr lang="de-DE"/>
              <a:pPr>
                <a:defRPr/>
              </a:pPr>
              <a:t>19.08.2013</a:t>
            </a:fld>
            <a:endParaRPr lang="de-DE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 eaLnBrk="0" hangingPunct="0">
              <a:defRPr>
                <a:latin typeface="Arial" pitchFamily="34" charset="0"/>
                <a:cs typeface="+mn-cs"/>
              </a:defRPr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>
            <a:lvl1pPr eaLnBrk="0" hangingPunct="0">
              <a:defRPr>
                <a:latin typeface="Arial" pitchFamily="34" charset="0"/>
                <a:cs typeface="+mn-cs"/>
              </a:defRPr>
            </a:lvl1pPr>
          </a:lstStyle>
          <a:p>
            <a:pPr>
              <a:defRPr/>
            </a:pPr>
            <a:fld id="{DA5BFE4A-8BA2-4891-B786-2A43289ADDD2}" type="slidenum">
              <a:rPr lang="en-US"/>
              <a:pPr>
                <a:defRPr/>
              </a:pPr>
              <a:t>‹Nr.›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 smtClean="0"/>
              <a:t>Textmasterformate durch Klicken bearbeiten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de-DE" smtClean="0"/>
              <a:t>Textmasterformate durch Klicken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5" name="Textplatzhalt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 smtClean="0"/>
              <a:t>Textmasterformate durch Klicken bearbeiten</a:t>
            </a:r>
          </a:p>
        </p:txBody>
      </p:sp>
      <p:sp>
        <p:nvSpPr>
          <p:cNvPr id="6" name="Inhaltsplatzhalt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de-DE" smtClean="0"/>
              <a:t>Textmasterformate durch Klicken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7" name="Datumsplatzhalter 6"/>
          <p:cNvSpPr>
            <a:spLocks noGrp="1"/>
          </p:cNvSpPr>
          <p:nvPr>
            <p:ph type="dt" sz="half" idx="10"/>
          </p:nvPr>
        </p:nvSpPr>
        <p:spPr>
          <a:xfrm>
            <a:off x="457200" y="6237288"/>
            <a:ext cx="2133600" cy="365125"/>
          </a:xfrm>
          <a:prstGeom prst="rect">
            <a:avLst/>
          </a:prstGeom>
        </p:spPr>
        <p:txBody>
          <a:bodyPr/>
          <a:lstStyle>
            <a:lvl1pPr eaLnBrk="0" hangingPunct="0">
              <a:defRPr>
                <a:latin typeface="Arial" pitchFamily="34" charset="0"/>
                <a:cs typeface="+mn-cs"/>
              </a:defRPr>
            </a:lvl1pPr>
          </a:lstStyle>
          <a:p>
            <a:pPr>
              <a:defRPr/>
            </a:pPr>
            <a:fld id="{2E11DED5-BD20-4A84-B2B8-063478348EE2}" type="datetimeFigureOut">
              <a:rPr lang="de-DE"/>
              <a:pPr>
                <a:defRPr/>
              </a:pPr>
              <a:t>19.08.2013</a:t>
            </a:fld>
            <a:endParaRPr lang="de-DE"/>
          </a:p>
        </p:txBody>
      </p:sp>
      <p:sp>
        <p:nvSpPr>
          <p:cNvPr id="8" name="Fußzeilenplatzhalter 7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 eaLnBrk="0" hangingPunct="0">
              <a:defRPr>
                <a:latin typeface="Arial" pitchFamily="34" charset="0"/>
                <a:cs typeface="+mn-cs"/>
              </a:defRPr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9" name="Foliennummernplatzhalter 8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>
            <a:lvl1pPr eaLnBrk="0" hangingPunct="0">
              <a:defRPr>
                <a:latin typeface="Arial" pitchFamily="34" charset="0"/>
                <a:cs typeface="+mn-cs"/>
              </a:defRPr>
            </a:lvl1pPr>
          </a:lstStyle>
          <a:p>
            <a:pPr>
              <a:defRPr/>
            </a:pPr>
            <a:fld id="{23D6BCE8-9D50-4B0D-B75F-6E4D1DBC7C3D}" type="slidenum">
              <a:rPr lang="en-US"/>
              <a:pPr>
                <a:defRPr/>
              </a:pPr>
              <a:t>‹Nr.›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sz="half" idx="10"/>
          </p:nvPr>
        </p:nvSpPr>
        <p:spPr>
          <a:xfrm>
            <a:off x="457200" y="6237288"/>
            <a:ext cx="2133600" cy="365125"/>
          </a:xfrm>
          <a:prstGeom prst="rect">
            <a:avLst/>
          </a:prstGeom>
        </p:spPr>
        <p:txBody>
          <a:bodyPr/>
          <a:lstStyle>
            <a:lvl1pPr eaLnBrk="0" hangingPunct="0">
              <a:defRPr>
                <a:latin typeface="Arial" pitchFamily="34" charset="0"/>
                <a:cs typeface="+mn-cs"/>
              </a:defRPr>
            </a:lvl1pPr>
          </a:lstStyle>
          <a:p>
            <a:pPr>
              <a:defRPr/>
            </a:pPr>
            <a:fld id="{E307FE5E-630C-4CA5-B0C8-9B625F99A750}" type="datetimeFigureOut">
              <a:rPr lang="de-DE"/>
              <a:pPr>
                <a:defRPr/>
              </a:pPr>
              <a:t>19.08.2013</a:t>
            </a:fld>
            <a:endParaRPr lang="de-DE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 eaLnBrk="0" hangingPunct="0">
              <a:defRPr>
                <a:latin typeface="Arial" pitchFamily="34" charset="0"/>
                <a:cs typeface="+mn-cs"/>
              </a:defRPr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>
            <a:lvl1pPr eaLnBrk="0" hangingPunct="0">
              <a:defRPr>
                <a:latin typeface="Arial" pitchFamily="34" charset="0"/>
                <a:cs typeface="+mn-cs"/>
              </a:defRPr>
            </a:lvl1pPr>
          </a:lstStyle>
          <a:p>
            <a:pPr>
              <a:defRPr/>
            </a:pPr>
            <a:fld id="{99792E37-E457-4359-A2C8-DEC4B229B2C8}" type="slidenum">
              <a:rPr lang="en-US"/>
              <a:pPr>
                <a:defRPr/>
              </a:pPr>
              <a:t>‹Nr.›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/>
          <p:cNvSpPr>
            <a:spLocks noGrp="1"/>
          </p:cNvSpPr>
          <p:nvPr>
            <p:ph type="dt" sz="half" idx="10"/>
          </p:nvPr>
        </p:nvSpPr>
        <p:spPr>
          <a:xfrm>
            <a:off x="457200" y="6237288"/>
            <a:ext cx="2133600" cy="365125"/>
          </a:xfrm>
          <a:prstGeom prst="rect">
            <a:avLst/>
          </a:prstGeom>
        </p:spPr>
        <p:txBody>
          <a:bodyPr/>
          <a:lstStyle>
            <a:lvl1pPr eaLnBrk="0" hangingPunct="0">
              <a:defRPr>
                <a:latin typeface="Arial" pitchFamily="34" charset="0"/>
                <a:cs typeface="+mn-cs"/>
              </a:defRPr>
            </a:lvl1pPr>
          </a:lstStyle>
          <a:p>
            <a:pPr>
              <a:defRPr/>
            </a:pPr>
            <a:fld id="{F845FFDC-2DDB-46C8-B1BB-4B92CC830768}" type="datetimeFigureOut">
              <a:rPr lang="de-DE"/>
              <a:pPr>
                <a:defRPr/>
              </a:pPr>
              <a:t>19.08.2013</a:t>
            </a:fld>
            <a:endParaRPr lang="de-DE"/>
          </a:p>
        </p:txBody>
      </p:sp>
      <p:sp>
        <p:nvSpPr>
          <p:cNvPr id="3" name="Fußzeilenplatzhalter 2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 eaLnBrk="0" hangingPunct="0">
              <a:defRPr>
                <a:latin typeface="Arial" pitchFamily="34" charset="0"/>
                <a:cs typeface="+mn-cs"/>
              </a:defRPr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>
            <a:lvl1pPr eaLnBrk="0" hangingPunct="0">
              <a:defRPr>
                <a:latin typeface="Arial" pitchFamily="34" charset="0"/>
                <a:cs typeface="+mn-cs"/>
              </a:defRPr>
            </a:lvl1pPr>
          </a:lstStyle>
          <a:p>
            <a:pPr>
              <a:defRPr/>
            </a:pPr>
            <a:fld id="{3EC0363D-DFA8-4BF2-B948-4A28C14B5D6E}" type="slidenum">
              <a:rPr lang="en-US"/>
              <a:pPr>
                <a:defRPr/>
              </a:pPr>
              <a:t>‹Nr.›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 smtClean="0"/>
              <a:t>Textmasterformate durch Klicken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 smtClean="0"/>
              <a:t>Textmasterformate durch Klicken bearbeiten</a:t>
            </a:r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>
          <a:xfrm>
            <a:off x="457200" y="6237288"/>
            <a:ext cx="2133600" cy="365125"/>
          </a:xfrm>
          <a:prstGeom prst="rect">
            <a:avLst/>
          </a:prstGeom>
        </p:spPr>
        <p:txBody>
          <a:bodyPr/>
          <a:lstStyle>
            <a:lvl1pPr eaLnBrk="0" hangingPunct="0">
              <a:defRPr>
                <a:latin typeface="Arial" pitchFamily="34" charset="0"/>
                <a:cs typeface="+mn-cs"/>
              </a:defRPr>
            </a:lvl1pPr>
          </a:lstStyle>
          <a:p>
            <a:pPr>
              <a:defRPr/>
            </a:pPr>
            <a:fld id="{795BE1EC-E539-4379-9EB7-2CEADCC89925}" type="datetimeFigureOut">
              <a:rPr lang="de-DE"/>
              <a:pPr>
                <a:defRPr/>
              </a:pPr>
              <a:t>19.08.2013</a:t>
            </a:fld>
            <a:endParaRPr lang="de-DE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 eaLnBrk="0" hangingPunct="0">
              <a:defRPr>
                <a:latin typeface="Arial" pitchFamily="34" charset="0"/>
                <a:cs typeface="+mn-cs"/>
              </a:defRPr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>
            <a:lvl1pPr eaLnBrk="0" hangingPunct="0">
              <a:defRPr>
                <a:latin typeface="Arial" pitchFamily="34" charset="0"/>
                <a:cs typeface="+mn-cs"/>
              </a:defRPr>
            </a:lvl1pPr>
          </a:lstStyle>
          <a:p>
            <a:pPr>
              <a:defRPr/>
            </a:pPr>
            <a:fld id="{DFDA8095-749D-44DD-9534-857E0A7DADC5}" type="slidenum">
              <a:rPr lang="en-US"/>
              <a:pPr>
                <a:defRPr/>
              </a:pPr>
              <a:t>‹Nr.›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Bildplatzhalt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de-DE" noProof="0"/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 smtClean="0"/>
              <a:t>Textmasterformate durch Klicken bearbeiten</a:t>
            </a:r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>
          <a:xfrm>
            <a:off x="457200" y="6237288"/>
            <a:ext cx="2133600" cy="365125"/>
          </a:xfrm>
          <a:prstGeom prst="rect">
            <a:avLst/>
          </a:prstGeom>
        </p:spPr>
        <p:txBody>
          <a:bodyPr/>
          <a:lstStyle>
            <a:lvl1pPr eaLnBrk="0" hangingPunct="0">
              <a:defRPr>
                <a:latin typeface="Arial" pitchFamily="34" charset="0"/>
                <a:cs typeface="+mn-cs"/>
              </a:defRPr>
            </a:lvl1pPr>
          </a:lstStyle>
          <a:p>
            <a:pPr>
              <a:defRPr/>
            </a:pPr>
            <a:fld id="{E1E284AA-84B0-4472-9350-CA549575B980}" type="datetimeFigureOut">
              <a:rPr lang="de-DE"/>
              <a:pPr>
                <a:defRPr/>
              </a:pPr>
              <a:t>19.08.2013</a:t>
            </a:fld>
            <a:endParaRPr lang="de-DE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 eaLnBrk="0" hangingPunct="0">
              <a:defRPr>
                <a:latin typeface="Arial" pitchFamily="34" charset="0"/>
                <a:cs typeface="+mn-cs"/>
              </a:defRPr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>
            <a:lvl1pPr eaLnBrk="0" hangingPunct="0">
              <a:defRPr>
                <a:latin typeface="Arial" pitchFamily="34" charset="0"/>
                <a:cs typeface="+mn-cs"/>
              </a:defRPr>
            </a:lvl1pPr>
          </a:lstStyle>
          <a:p>
            <a:pPr>
              <a:defRPr/>
            </a:pPr>
            <a:fld id="{52141797-89CA-4C96-B9AE-6D2C62A3B9B0}" type="slidenum">
              <a:rPr lang="en-US"/>
              <a:pPr>
                <a:defRPr/>
              </a:pPr>
              <a:t>‹Nr.›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 smtClean="0"/>
              <a:t>Textmasterformate durch Klicken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>
          <a:xfrm>
            <a:off x="457200" y="6237288"/>
            <a:ext cx="2133600" cy="365125"/>
          </a:xfrm>
          <a:prstGeom prst="rect">
            <a:avLst/>
          </a:prstGeom>
        </p:spPr>
        <p:txBody>
          <a:bodyPr/>
          <a:lstStyle>
            <a:lvl1pPr eaLnBrk="0" hangingPunct="0">
              <a:defRPr>
                <a:latin typeface="Arial" pitchFamily="34" charset="0"/>
                <a:cs typeface="+mn-cs"/>
              </a:defRPr>
            </a:lvl1pPr>
          </a:lstStyle>
          <a:p>
            <a:pPr>
              <a:defRPr/>
            </a:pPr>
            <a:fld id="{40612C0D-2249-4DD4-9D94-A1320D41D8DF}" type="datetimeFigureOut">
              <a:rPr lang="de-DE"/>
              <a:pPr>
                <a:defRPr/>
              </a:pPr>
              <a:t>19.08.2013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 eaLnBrk="0" hangingPunct="0">
              <a:defRPr>
                <a:latin typeface="Arial" pitchFamily="34" charset="0"/>
                <a:cs typeface="+mn-cs"/>
              </a:defRPr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>
            <a:lvl1pPr eaLnBrk="0" hangingPunct="0">
              <a:defRPr>
                <a:latin typeface="Arial" pitchFamily="34" charset="0"/>
                <a:cs typeface="+mn-cs"/>
              </a:defRPr>
            </a:lvl1pPr>
          </a:lstStyle>
          <a:p>
            <a:pPr>
              <a:defRPr/>
            </a:pPr>
            <a:fld id="{8E53B526-A0EE-48BF-964D-D3E929E45FF2}" type="slidenum">
              <a:rPr lang="en-US"/>
              <a:pPr>
                <a:defRPr/>
              </a:pPr>
              <a:t>‹Nr.›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de-DE" smtClean="0"/>
              <a:t>Textmasterformate durch Klicken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>
          <a:xfrm>
            <a:off x="457200" y="6237288"/>
            <a:ext cx="2133600" cy="365125"/>
          </a:xfrm>
          <a:prstGeom prst="rect">
            <a:avLst/>
          </a:prstGeom>
        </p:spPr>
        <p:txBody>
          <a:bodyPr/>
          <a:lstStyle>
            <a:lvl1pPr eaLnBrk="0" hangingPunct="0">
              <a:defRPr>
                <a:latin typeface="Arial" pitchFamily="34" charset="0"/>
                <a:cs typeface="+mn-cs"/>
              </a:defRPr>
            </a:lvl1pPr>
          </a:lstStyle>
          <a:p>
            <a:pPr>
              <a:defRPr/>
            </a:pPr>
            <a:fld id="{2CFCAABF-7F3A-4CC3-BB25-35FB46A6118B}" type="datetimeFigureOut">
              <a:rPr lang="de-DE"/>
              <a:pPr>
                <a:defRPr/>
              </a:pPr>
              <a:t>19.08.2013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 eaLnBrk="0" hangingPunct="0">
              <a:defRPr>
                <a:latin typeface="Arial" pitchFamily="34" charset="0"/>
                <a:cs typeface="+mn-cs"/>
              </a:defRPr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>
            <a:lvl1pPr eaLnBrk="0" hangingPunct="0">
              <a:defRPr>
                <a:latin typeface="Arial" pitchFamily="34" charset="0"/>
                <a:cs typeface="+mn-cs"/>
              </a:defRPr>
            </a:lvl1pPr>
          </a:lstStyle>
          <a:p>
            <a:pPr>
              <a:defRPr/>
            </a:pPr>
            <a:fld id="{5636457F-714C-4CBE-8013-D9D78A6578D3}" type="slidenum">
              <a:rPr lang="en-US"/>
              <a:pPr>
                <a:defRPr/>
              </a:pPr>
              <a:t>‹Nr.›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Titel, Text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323850" y="457200"/>
            <a:ext cx="6985000" cy="1143000"/>
          </a:xfrm>
        </p:spPr>
        <p:txBody>
          <a:bodyPr/>
          <a:lstStyle/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Textplatzhalter 2"/>
          <p:cNvSpPr>
            <a:spLocks noGrp="1"/>
          </p:cNvSpPr>
          <p:nvPr>
            <p:ph type="body" sz="half" idx="1"/>
          </p:nvPr>
        </p:nvSpPr>
        <p:spPr>
          <a:xfrm>
            <a:off x="395288" y="1773238"/>
            <a:ext cx="4198937" cy="4535487"/>
          </a:xfrm>
        </p:spPr>
        <p:txBody>
          <a:bodyPr/>
          <a:lstStyle/>
          <a:p>
            <a:pPr lvl="0"/>
            <a:r>
              <a:rPr lang="de-DE" smtClean="0"/>
              <a:t>Textmasterformate durch Klicken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4746625" y="1773238"/>
            <a:ext cx="4198938" cy="4535487"/>
          </a:xfrm>
        </p:spPr>
        <p:txBody>
          <a:bodyPr/>
          <a:lstStyle/>
          <a:p>
            <a:pPr lvl="0"/>
            <a:r>
              <a:rPr lang="de-DE" smtClean="0"/>
              <a:t>Textmasterformate durch Klicken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0"/>
          </p:nvPr>
        </p:nvSpPr>
        <p:spPr>
          <a:xfrm>
            <a:off x="8763000" y="6629400"/>
            <a:ext cx="381000" cy="228600"/>
          </a:xfrm>
          <a:prstGeom prst="rect">
            <a:avLst/>
          </a:prstGeom>
        </p:spPr>
        <p:txBody>
          <a:bodyPr/>
          <a:lstStyle>
            <a:lvl1pPr eaLnBrk="0" hangingPunct="0">
              <a:defRPr>
                <a:latin typeface="Arial" pitchFamily="34" charset="0"/>
                <a:cs typeface="+mn-cs"/>
              </a:defRPr>
            </a:lvl1pPr>
          </a:lstStyle>
          <a:p>
            <a:pPr>
              <a:defRPr/>
            </a:pPr>
            <a:fld id="{A3F74532-284C-4B2B-AE73-4102BECCF3D8}" type="slidenum">
              <a:rPr lang="en-US"/>
              <a:pPr>
                <a:defRPr/>
              </a:pPr>
              <a:t>‹Nr.›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lnSpc>
                <a:spcPts val="2100"/>
              </a:lnSpc>
              <a:defRPr sz="2000">
                <a:latin typeface="Calibri" pitchFamily="34" charset="0"/>
                <a:cs typeface="Calibri" pitchFamily="34" charset="0"/>
              </a:defRPr>
            </a:lvl1pPr>
            <a:lvl2pPr>
              <a:lnSpc>
                <a:spcPts val="2100"/>
              </a:lnSpc>
              <a:defRPr sz="2000">
                <a:latin typeface="Calibri" pitchFamily="34" charset="0"/>
                <a:cs typeface="Calibri" pitchFamily="34" charset="0"/>
              </a:defRPr>
            </a:lvl2pPr>
            <a:lvl3pPr>
              <a:lnSpc>
                <a:spcPts val="2100"/>
              </a:lnSpc>
              <a:defRPr sz="2000">
                <a:latin typeface="Calibri" pitchFamily="34" charset="0"/>
                <a:cs typeface="Calibri" pitchFamily="34" charset="0"/>
              </a:defRPr>
            </a:lvl3pPr>
            <a:lvl4pPr>
              <a:lnSpc>
                <a:spcPts val="2100"/>
              </a:lnSpc>
              <a:defRPr sz="2000">
                <a:latin typeface="Calibri" pitchFamily="34" charset="0"/>
                <a:cs typeface="Calibri" pitchFamily="34" charset="0"/>
              </a:defRPr>
            </a:lvl4pPr>
            <a:lvl5pPr>
              <a:lnSpc>
                <a:spcPts val="2100"/>
              </a:lnSpc>
              <a:defRPr sz="2000">
                <a:latin typeface="Calibri" pitchFamily="34" charset="0"/>
                <a:cs typeface="Calibri" pitchFamily="34" charset="0"/>
              </a:defRPr>
            </a:lvl5pPr>
          </a:lstStyle>
          <a:p>
            <a:pPr lvl="0"/>
            <a:r>
              <a:rPr lang="de-DE" dirty="0" smtClean="0"/>
              <a:t>Textmasterformate durch Klicken bearbeiten</a:t>
            </a:r>
          </a:p>
          <a:p>
            <a:pPr lvl="1"/>
            <a:r>
              <a:rPr lang="de-DE" dirty="0" smtClean="0"/>
              <a:t>Zweite Ebene</a:t>
            </a:r>
          </a:p>
          <a:p>
            <a:pPr lvl="2"/>
            <a:r>
              <a:rPr lang="de-DE" dirty="0" smtClean="0"/>
              <a:t>Dritte Ebene</a:t>
            </a:r>
          </a:p>
          <a:p>
            <a:pPr lvl="3"/>
            <a:r>
              <a:rPr lang="de-DE" dirty="0" smtClean="0"/>
              <a:t>Vierte Ebene</a:t>
            </a:r>
          </a:p>
          <a:p>
            <a:pPr lvl="4"/>
            <a:r>
              <a:rPr lang="de-DE" dirty="0" smtClean="0"/>
              <a:t>Fünfte Ebene</a:t>
            </a:r>
            <a:endParaRPr lang="de-DE" dirty="0"/>
          </a:p>
        </p:txBody>
      </p:sp>
      <p:sp>
        <p:nvSpPr>
          <p:cNvPr id="5" name="Rectangle 25"/>
          <p:cNvSpPr>
            <a:spLocks noGrp="1" noChangeArrowheads="1"/>
          </p:cNvSpPr>
          <p:nvPr>
            <p:ph type="title"/>
          </p:nvPr>
        </p:nvSpPr>
        <p:spPr bwMode="auto">
          <a:xfrm>
            <a:off x="467544" y="188640"/>
            <a:ext cx="7416824" cy="1008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lvl="0"/>
            <a:r>
              <a:rPr lang="en-US" dirty="0" err="1" smtClean="0"/>
              <a:t>Hier</a:t>
            </a:r>
            <a:r>
              <a:rPr lang="en-US" dirty="0" smtClean="0"/>
              <a:t> </a:t>
            </a:r>
            <a:r>
              <a:rPr lang="en-US" dirty="0" err="1" smtClean="0"/>
              <a:t>klicken</a:t>
            </a:r>
            <a:r>
              <a:rPr lang="en-US" dirty="0" smtClean="0"/>
              <a:t>, um Master-</a:t>
            </a:r>
            <a:r>
              <a:rPr lang="en-US" dirty="0" err="1" smtClean="0"/>
              <a:t>Titelformat</a:t>
            </a:r>
            <a:r>
              <a:rPr lang="en-US" dirty="0" smtClean="0"/>
              <a:t> </a:t>
            </a:r>
            <a:r>
              <a:rPr lang="en-US" dirty="0" err="1" smtClean="0"/>
              <a:t>zu</a:t>
            </a:r>
            <a:r>
              <a:rPr lang="en-US" dirty="0" smtClean="0"/>
              <a:t> </a:t>
            </a:r>
            <a:r>
              <a:rPr lang="en-US" dirty="0" err="1" smtClean="0"/>
              <a:t>bearbeiten</a:t>
            </a:r>
            <a:r>
              <a:rPr lang="en-US" dirty="0" smtClean="0"/>
              <a:t>.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emf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elplatzhalter 1"/>
          <p:cNvSpPr>
            <a:spLocks noGrp="1"/>
          </p:cNvSpPr>
          <p:nvPr>
            <p:ph type="title"/>
          </p:nvPr>
        </p:nvSpPr>
        <p:spPr bwMode="auto">
          <a:xfrm>
            <a:off x="457200" y="188913"/>
            <a:ext cx="7354888" cy="993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de-DE" smtClean="0"/>
              <a:t>Titelmasterformat durch Klicken bearbeiten</a:t>
            </a:r>
          </a:p>
        </p:txBody>
      </p:sp>
      <p:sp>
        <p:nvSpPr>
          <p:cNvPr id="1027" name="Textplatzhalter 2"/>
          <p:cNvSpPr>
            <a:spLocks noGrp="1"/>
          </p:cNvSpPr>
          <p:nvPr>
            <p:ph type="body" idx="1"/>
          </p:nvPr>
        </p:nvSpPr>
        <p:spPr bwMode="auto">
          <a:xfrm>
            <a:off x="457200" y="1423988"/>
            <a:ext cx="8229600" cy="4813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e-DE" smtClean="0"/>
              <a:t>Textmasterformate durch Klicken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</a:p>
        </p:txBody>
      </p:sp>
      <p:sp>
        <p:nvSpPr>
          <p:cNvPr id="8" name="Datumsplatzhalter 3"/>
          <p:cNvSpPr txBox="1">
            <a:spLocks/>
          </p:cNvSpPr>
          <p:nvPr/>
        </p:nvSpPr>
        <p:spPr>
          <a:xfrm>
            <a:off x="7092281" y="6492875"/>
            <a:ext cx="2051720" cy="365125"/>
          </a:xfrm>
          <a:prstGeom prst="rect">
            <a:avLst/>
          </a:prstGeom>
          <a:noFill/>
        </p:spPr>
        <p:txBody>
          <a:bodyPr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algn="r" eaLnBrk="0" fontAlgn="auto" hangingPunct="0">
              <a:spcBef>
                <a:spcPts val="0"/>
              </a:spcBef>
              <a:spcAft>
                <a:spcPts val="0"/>
              </a:spcAft>
              <a:defRPr/>
            </a:pPr>
            <a:r>
              <a:rPr lang="de-DE" sz="1000" b="0" dirty="0" smtClean="0">
                <a:latin typeface="Calibri" pitchFamily="34" charset="0"/>
                <a:cs typeface="Calibri" pitchFamily="34" charset="0"/>
              </a:rPr>
              <a:t>Autonomer Segler </a:t>
            </a:r>
            <a:fld id="{A7C9859E-3DB5-4B64-94C6-31D8CCF2B8CE}" type="slidenum">
              <a:rPr lang="de-DE" sz="1000" b="0" smtClean="0">
                <a:latin typeface="Calibri" pitchFamily="34" charset="0"/>
                <a:cs typeface="Calibri" pitchFamily="34" charset="0"/>
              </a:rPr>
              <a:pPr algn="r" eaLnBrk="0" fontAlgn="auto" hangingPunct="0">
                <a:spcBef>
                  <a:spcPts val="0"/>
                </a:spcBef>
                <a:spcAft>
                  <a:spcPts val="0"/>
                </a:spcAft>
                <a:defRPr/>
              </a:pPr>
              <a:t>‹Nr.›</a:t>
            </a:fld>
            <a:endParaRPr lang="de-DE" sz="1000" b="0" dirty="0">
              <a:latin typeface="Calibri" pitchFamily="34" charset="0"/>
              <a:cs typeface="Calibri" pitchFamily="34" charset="0"/>
            </a:endParaRPr>
          </a:p>
        </p:txBody>
      </p:sp>
      <p:sp>
        <p:nvSpPr>
          <p:cNvPr id="9" name="Datumsplatzhalter 3"/>
          <p:cNvSpPr txBox="1">
            <a:spLocks/>
          </p:cNvSpPr>
          <p:nvPr/>
        </p:nvSpPr>
        <p:spPr>
          <a:xfrm>
            <a:off x="0" y="6492875"/>
            <a:ext cx="3563938" cy="365125"/>
          </a:xfrm>
          <a:prstGeom prst="rect">
            <a:avLst/>
          </a:prstGeom>
          <a:noFill/>
        </p:spPr>
        <p:txBody>
          <a:bodyPr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eaLnBrk="0" fontAlgn="auto" hangingPunct="0">
              <a:spcBef>
                <a:spcPts val="0"/>
              </a:spcBef>
              <a:spcAft>
                <a:spcPts val="0"/>
              </a:spcAft>
              <a:defRPr/>
            </a:pPr>
            <a:r>
              <a:rPr lang="de-DE" sz="1000" b="0" dirty="0" smtClean="0">
                <a:latin typeface="Calibri" pitchFamily="34" charset="0"/>
                <a:cs typeface="Calibri" pitchFamily="34" charset="0"/>
              </a:rPr>
              <a:t>I. Boersch, FH Brandenburg, </a:t>
            </a:r>
            <a:fld id="{604BD74D-4477-4212-800F-4942AC5E30E5}" type="datetimeFigureOut">
              <a:rPr lang="de-DE" sz="1000" b="0" smtClean="0">
                <a:latin typeface="Calibri" pitchFamily="34" charset="0"/>
                <a:cs typeface="Calibri" pitchFamily="34" charset="0"/>
              </a:rPr>
              <a:pPr eaLnBrk="0" fontAlgn="auto" hangingPunct="0">
                <a:spcBef>
                  <a:spcPts val="0"/>
                </a:spcBef>
                <a:spcAft>
                  <a:spcPts val="0"/>
                </a:spcAft>
                <a:defRPr/>
              </a:pPr>
              <a:t>19.08.2013</a:t>
            </a:fld>
            <a:endParaRPr lang="de-DE" sz="1000" b="0" dirty="0" smtClean="0">
              <a:latin typeface="Calibri" pitchFamily="34" charset="0"/>
              <a:cs typeface="Calibri" pitchFamily="34" charset="0"/>
            </a:endParaRPr>
          </a:p>
        </p:txBody>
      </p:sp>
      <p:pic>
        <p:nvPicPr>
          <p:cNvPr id="10242" name="Picture 2" descr="C:\here\i\_Text\_Projekte\2011 - 05 Autonomer Segler\_ nicht auf U\2012-07-03 Navigation Contest Mitte august\logo_robbe.emf"/>
          <p:cNvPicPr>
            <a:picLocks noChangeAspect="1" noChangeArrowheads="1"/>
          </p:cNvPicPr>
          <p:nvPr userDrawn="1"/>
        </p:nvPicPr>
        <p:blipFill>
          <a:blip r:embed="rId15" cstate="print"/>
          <a:srcRect l="26910" t="35551" r="37494" b="25864"/>
          <a:stretch>
            <a:fillRect/>
          </a:stretch>
        </p:blipFill>
        <p:spPr bwMode="auto">
          <a:xfrm>
            <a:off x="7956376" y="59549"/>
            <a:ext cx="1115616" cy="1713267"/>
          </a:xfrm>
          <a:prstGeom prst="rect">
            <a:avLst/>
          </a:prstGeom>
          <a:noFill/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79" r:id="rId1"/>
    <p:sldLayoutId id="2147483780" r:id="rId2"/>
    <p:sldLayoutId id="2147483782" r:id="rId3"/>
    <p:sldLayoutId id="2147483783" r:id="rId4"/>
    <p:sldLayoutId id="2147483784" r:id="rId5"/>
    <p:sldLayoutId id="2147483785" r:id="rId6"/>
    <p:sldLayoutId id="2147483786" r:id="rId7"/>
    <p:sldLayoutId id="2147483787" r:id="rId8"/>
    <p:sldLayoutId id="2147483788" r:id="rId9"/>
    <p:sldLayoutId id="2147483789" r:id="rId10"/>
    <p:sldLayoutId id="2147483790" r:id="rId11"/>
    <p:sldLayoutId id="2147483791" r:id="rId12"/>
    <p:sldLayoutId id="2147483781" r:id="rId13"/>
  </p:sldLayoutIdLst>
  <p:timing>
    <p:tnLst>
      <p:par>
        <p:cTn id="1" dur="indefinite" restart="never" nodeType="tmRoot"/>
      </p:par>
    </p:tnLst>
  </p:timing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>
          <a:solidFill>
            <a:schemeClr val="tx1"/>
          </a:solidFill>
          <a:latin typeface="Calibri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>
          <a:solidFill>
            <a:schemeClr val="tx1"/>
          </a:solidFill>
          <a:latin typeface="Calibri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>
          <a:solidFill>
            <a:schemeClr val="tx1"/>
          </a:solidFill>
          <a:latin typeface="Calibri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>
          <a:solidFill>
            <a:schemeClr val="tx1"/>
          </a:solidFill>
          <a:latin typeface="Calibri" pitchFamily="34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3200">
          <a:solidFill>
            <a:schemeClr val="tx1"/>
          </a:solidFill>
          <a:latin typeface="Calibri" pitchFamily="34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3200">
          <a:solidFill>
            <a:schemeClr val="tx1"/>
          </a:solidFill>
          <a:latin typeface="Calibri" pitchFamily="34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3200">
          <a:solidFill>
            <a:schemeClr val="tx1"/>
          </a:solidFill>
          <a:latin typeface="Calibri" pitchFamily="34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32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1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://dx.doi.org/10.1007/s00287-010-0426-6" TargetMode="Externa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Diagramm 3"/>
          <p:cNvGraphicFramePr/>
          <p:nvPr/>
        </p:nvGraphicFramePr>
        <p:xfrm>
          <a:off x="467544" y="1052737"/>
          <a:ext cx="7990656" cy="254771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de-DE" dirty="0" smtClean="0"/>
              <a:t>beim autonomen Segelboot</a:t>
            </a:r>
            <a:endParaRPr lang="de-DE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de-DE" dirty="0" smtClean="0"/>
              <a:t>Lesen Sie vorher folgenden Artikel unter </a:t>
            </a:r>
            <a:r>
              <a:rPr lang="de-DE" dirty="0" err="1" smtClean="0"/>
              <a:t>unter</a:t>
            </a:r>
            <a:r>
              <a:rPr lang="de-DE" dirty="0" smtClean="0"/>
              <a:t> SVN/</a:t>
            </a:r>
            <a:r>
              <a:rPr lang="de-DE" dirty="0" err="1" smtClean="0"/>
              <a:t>doc</a:t>
            </a:r>
            <a:r>
              <a:rPr lang="de-DE" dirty="0" smtClean="0"/>
              <a:t>/2012 - Informatikspektrum - Arti.6 - </a:t>
            </a:r>
            <a:r>
              <a:rPr lang="de-DE" dirty="0" err="1" smtClean="0"/>
              <a:t>Scrum</a:t>
            </a:r>
            <a:r>
              <a:rPr lang="de-DE" dirty="0" smtClean="0"/>
              <a:t> Einführung </a:t>
            </a:r>
            <a:r>
              <a:rPr lang="de-DE" dirty="0" smtClean="0"/>
              <a:t>– annot.pdf:</a:t>
            </a:r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00075" y="2564904"/>
            <a:ext cx="8543925" cy="3048000"/>
          </a:xfrm>
          <a:prstGeom prst="rect">
            <a:avLst/>
          </a:prstGeom>
          <a:ln/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</p:pic>
      <p:sp>
        <p:nvSpPr>
          <p:cNvPr id="5" name="Textfeld 4"/>
          <p:cNvSpPr txBox="1"/>
          <p:nvPr/>
        </p:nvSpPr>
        <p:spPr>
          <a:xfrm>
            <a:off x="251520" y="6021288"/>
            <a:ext cx="704391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200" b="0" dirty="0" smtClean="0"/>
              <a:t>[Glo03] </a:t>
            </a:r>
            <a:r>
              <a:rPr lang="de-DE" sz="1200" b="0" dirty="0" err="1" smtClean="0"/>
              <a:t>Scrum</a:t>
            </a:r>
            <a:r>
              <a:rPr lang="de-DE" sz="1200" b="0" dirty="0" smtClean="0"/>
              <a:t> </a:t>
            </a:r>
            <a:r>
              <a:rPr lang="de-DE" sz="1200" b="0" i="1" dirty="0" smtClean="0"/>
              <a:t>Informatik-Spektrum</a:t>
            </a:r>
            <a:r>
              <a:rPr lang="de-DE" sz="1200" b="0" dirty="0" smtClean="0"/>
              <a:t> (3 March 2010), </a:t>
            </a:r>
            <a:r>
              <a:rPr lang="de-DE" sz="1200" b="0" dirty="0" smtClean="0">
                <a:hlinkClick r:id="rId3"/>
              </a:rPr>
              <a:t>doi:10.1007/s00287-010-0426-6</a:t>
            </a:r>
            <a:r>
              <a:rPr lang="de-DE" sz="1200" b="0" dirty="0" smtClean="0"/>
              <a:t> </a:t>
            </a:r>
            <a:r>
              <a:rPr lang="de-DE" sz="1200" b="0" dirty="0" err="1" smtClean="0"/>
              <a:t>by</a:t>
            </a:r>
            <a:r>
              <a:rPr lang="de-DE" sz="1200" b="0" dirty="0" smtClean="0"/>
              <a:t> Boris Gloger</a:t>
            </a:r>
            <a:endParaRPr lang="de-DE" sz="1200" b="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de-DE"/>
          </a:p>
        </p:txBody>
      </p:sp>
      <p:graphicFrame>
        <p:nvGraphicFramePr>
          <p:cNvPr id="4" name="Inhaltsplatzhalter 3"/>
          <p:cNvGraphicFramePr>
            <a:graphicFrameLocks noGrp="1"/>
          </p:cNvGraphicFramePr>
          <p:nvPr>
            <p:ph idx="1"/>
          </p:nvPr>
        </p:nvGraphicFramePr>
        <p:xfrm>
          <a:off x="457200" y="692696"/>
          <a:ext cx="8229600" cy="352839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de-DE"/>
          </a:p>
        </p:txBody>
      </p:sp>
      <p:graphicFrame>
        <p:nvGraphicFramePr>
          <p:cNvPr id="4" name="Inhaltsplatzhalter 3"/>
          <p:cNvGraphicFramePr>
            <a:graphicFrameLocks noGrp="1"/>
          </p:cNvGraphicFramePr>
          <p:nvPr>
            <p:ph idx="1"/>
          </p:nvPr>
        </p:nvGraphicFramePr>
        <p:xfrm>
          <a:off x="457200" y="692696"/>
          <a:ext cx="8229600" cy="352839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5" name="Textfeld 4"/>
          <p:cNvSpPr txBox="1"/>
          <p:nvPr/>
        </p:nvSpPr>
        <p:spPr>
          <a:xfrm>
            <a:off x="467544" y="4365104"/>
            <a:ext cx="2376264" cy="677108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de-DE" dirty="0" smtClean="0"/>
              <a:t>Jochen </a:t>
            </a:r>
            <a:r>
              <a:rPr lang="de-DE" dirty="0" err="1" smtClean="0"/>
              <a:t>Heinsohn</a:t>
            </a:r>
            <a:endParaRPr lang="de-DE" dirty="0" smtClean="0"/>
          </a:p>
          <a:p>
            <a:r>
              <a:rPr lang="de-DE" sz="1400" dirty="0" smtClean="0"/>
              <a:t>Ingo Boersch</a:t>
            </a:r>
            <a:endParaRPr lang="de-DE" sz="1400" dirty="0"/>
          </a:p>
        </p:txBody>
      </p:sp>
      <p:sp>
        <p:nvSpPr>
          <p:cNvPr id="6" name="Textfeld 5"/>
          <p:cNvSpPr txBox="1"/>
          <p:nvPr/>
        </p:nvSpPr>
        <p:spPr>
          <a:xfrm>
            <a:off x="3347864" y="4365104"/>
            <a:ext cx="2448272" cy="677108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de-DE" sz="1400" dirty="0" smtClean="0"/>
              <a:t>Jochen </a:t>
            </a:r>
            <a:r>
              <a:rPr lang="de-DE" sz="1400" dirty="0" err="1" smtClean="0"/>
              <a:t>Heinsohn</a:t>
            </a:r>
            <a:endParaRPr lang="de-DE" sz="1400" dirty="0" smtClean="0"/>
          </a:p>
          <a:p>
            <a:r>
              <a:rPr lang="de-DE" dirty="0" smtClean="0"/>
              <a:t>Ingo Boersch</a:t>
            </a:r>
            <a:endParaRPr lang="de-DE" dirty="0"/>
          </a:p>
        </p:txBody>
      </p:sp>
      <p:sp>
        <p:nvSpPr>
          <p:cNvPr id="7" name="Textfeld 6"/>
          <p:cNvSpPr txBox="1"/>
          <p:nvPr/>
        </p:nvSpPr>
        <p:spPr>
          <a:xfrm>
            <a:off x="6300192" y="4365104"/>
            <a:ext cx="2376264" cy="1569660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de-DE" dirty="0" smtClean="0"/>
              <a:t>Tobias Koppe</a:t>
            </a:r>
          </a:p>
          <a:p>
            <a:r>
              <a:rPr lang="de-DE" dirty="0" smtClean="0"/>
              <a:t>Frank Mertens</a:t>
            </a:r>
          </a:p>
          <a:p>
            <a:r>
              <a:rPr lang="de-DE" dirty="0" smtClean="0"/>
              <a:t>Andy </a:t>
            </a:r>
            <a:r>
              <a:rPr lang="de-DE" dirty="0" err="1" smtClean="0"/>
              <a:t>Klay</a:t>
            </a:r>
            <a:endParaRPr lang="de-DE" dirty="0" smtClean="0"/>
          </a:p>
          <a:p>
            <a:endParaRPr lang="de-DE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de-DE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057275" y="1871663"/>
            <a:ext cx="7029450" cy="3114675"/>
          </a:xfrm>
          <a:prstGeom prst="rect">
            <a:avLst/>
          </a:prstGeom>
          <a:ln w="127000" cap="rnd">
            <a:solidFill>
              <a:srgbClr val="FFFFFF"/>
            </a:solidFill>
          </a:ln>
          <a:effectLst>
            <a:outerShdw blurRad="76200" dist="95250" dir="10500000" sx="97000" sy="23000" kx="900000" algn="br" rotWithShape="0">
              <a:srgbClr val="000000">
                <a:alpha val="20000"/>
              </a:srgbClr>
            </a:outerShdw>
          </a:effectLst>
          <a:scene3d>
            <a:camera prst="orthographicFront"/>
            <a:lightRig rig="twoPt" dir="t">
              <a:rot lat="0" lon="0" rev="7800000"/>
            </a:lightRig>
          </a:scene3d>
          <a:sp3d contourW="6350">
            <a:bevelT w="50800" h="16510"/>
            <a:contourClr>
              <a:srgbClr val="C0C0C0"/>
            </a:contourClr>
          </a:sp3d>
        </p:spPr>
      </p:pic>
      <p:sp>
        <p:nvSpPr>
          <p:cNvPr id="5" name="Rechteck 4"/>
          <p:cNvSpPr/>
          <p:nvPr/>
        </p:nvSpPr>
        <p:spPr>
          <a:xfrm>
            <a:off x="7452320" y="5805264"/>
            <a:ext cx="126188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de-DE" b="0" dirty="0" smtClean="0"/>
              <a:t>[Glo03] </a:t>
            </a:r>
            <a:endParaRPr lang="de-DE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de-DE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252538" y="2252663"/>
            <a:ext cx="6638925" cy="2352675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76200" cap="sq">
            <a:solidFill>
              <a:srgbClr val="EAEAEA"/>
            </a:solidFill>
            <a:miter lim="800000"/>
          </a:ln>
          <a:effectLst>
            <a:reflection blurRad="12700" stA="33000" endPos="28000" dist="5000" dir="5400000" sy="-100000" algn="bl" rotWithShape="0"/>
          </a:effectLst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</p:pic>
      <p:sp>
        <p:nvSpPr>
          <p:cNvPr id="5" name="Rechteck 4"/>
          <p:cNvSpPr/>
          <p:nvPr/>
        </p:nvSpPr>
        <p:spPr>
          <a:xfrm>
            <a:off x="7452320" y="5805264"/>
            <a:ext cx="126188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de-DE" b="0" dirty="0" smtClean="0"/>
              <a:t>[Glo03] </a:t>
            </a:r>
            <a:endParaRPr lang="de-DE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611560" y="1340768"/>
            <a:ext cx="3960440" cy="2664296"/>
          </a:xfrm>
        </p:spPr>
        <p:txBody>
          <a:bodyPr/>
          <a:lstStyle/>
          <a:p>
            <a:r>
              <a:rPr lang="de-DE" dirty="0" smtClean="0"/>
              <a:t>Wir bilden den Lebenszyklus von Funktionalitäten als </a:t>
            </a:r>
            <a:r>
              <a:rPr lang="de-DE" dirty="0" err="1" smtClean="0"/>
              <a:t>Backlog</a:t>
            </a:r>
            <a:r>
              <a:rPr lang="de-DE" dirty="0" smtClean="0"/>
              <a:t> in </a:t>
            </a:r>
            <a:r>
              <a:rPr lang="de-DE" dirty="0" smtClean="0"/>
              <a:t>dieser Excel-Tabelle </a:t>
            </a:r>
            <a:r>
              <a:rPr lang="de-DE" dirty="0" smtClean="0"/>
              <a:t>ab:</a:t>
            </a:r>
            <a:br>
              <a:rPr lang="de-DE" dirty="0" smtClean="0"/>
            </a:br>
            <a:endParaRPr lang="de-DE" dirty="0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457200" y="4005064"/>
            <a:ext cx="8229600" cy="2232224"/>
          </a:xfrm>
        </p:spPr>
        <p:txBody>
          <a:bodyPr/>
          <a:lstStyle/>
          <a:p>
            <a:endParaRPr lang="de-DE" dirty="0" smtClean="0"/>
          </a:p>
          <a:p>
            <a:pPr>
              <a:buNone/>
            </a:pPr>
            <a:r>
              <a:rPr lang="de-DE" dirty="0" smtClean="0"/>
              <a:t>SVN/</a:t>
            </a:r>
            <a:r>
              <a:rPr lang="de-DE" dirty="0" err="1" smtClean="0"/>
              <a:t>doc</a:t>
            </a:r>
            <a:r>
              <a:rPr lang="de-DE" dirty="0" smtClean="0"/>
              <a:t>/Sprint </a:t>
            </a:r>
            <a:r>
              <a:rPr lang="de-DE" dirty="0" smtClean="0"/>
              <a:t>und </a:t>
            </a:r>
            <a:r>
              <a:rPr lang="de-DE" dirty="0" smtClean="0"/>
              <a:t>Backlog.xls</a:t>
            </a:r>
          </a:p>
          <a:p>
            <a:endParaRPr lang="de-DE" dirty="0" smtClean="0"/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572000" y="523875"/>
            <a:ext cx="3076575" cy="6334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Abgerundetes Rechteck 3"/>
          <p:cNvSpPr/>
          <p:nvPr/>
        </p:nvSpPr>
        <p:spPr>
          <a:xfrm>
            <a:off x="251520" y="836712"/>
            <a:ext cx="2016224" cy="1080120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000" b="0" dirty="0" smtClean="0"/>
              <a:t>W</a:t>
            </a:r>
            <a:r>
              <a:rPr lang="de-DE" sz="2000" b="0" dirty="0" smtClean="0"/>
              <a:t>unsch des </a:t>
            </a:r>
            <a:r>
              <a:rPr lang="de-DE" sz="2000" b="0" dirty="0" err="1" smtClean="0"/>
              <a:t>Product</a:t>
            </a:r>
            <a:r>
              <a:rPr lang="de-DE" sz="2000" b="0" dirty="0" smtClean="0"/>
              <a:t> </a:t>
            </a:r>
            <a:r>
              <a:rPr lang="de-DE" sz="2000" b="0" dirty="0" err="1" smtClean="0"/>
              <a:t>Owners</a:t>
            </a:r>
            <a:endParaRPr lang="de-DE" sz="2000" b="0" dirty="0"/>
          </a:p>
        </p:txBody>
      </p:sp>
      <p:sp>
        <p:nvSpPr>
          <p:cNvPr id="5" name="Abgerundetes Rechteck 4"/>
          <p:cNvSpPr/>
          <p:nvPr/>
        </p:nvSpPr>
        <p:spPr>
          <a:xfrm>
            <a:off x="2699792" y="1844824"/>
            <a:ext cx="1368152" cy="648072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000" b="0" dirty="0" smtClean="0"/>
              <a:t>Dringend?</a:t>
            </a:r>
            <a:endParaRPr lang="de-DE" sz="2000" b="0" dirty="0"/>
          </a:p>
        </p:txBody>
      </p:sp>
      <p:sp>
        <p:nvSpPr>
          <p:cNvPr id="6" name="Ellipse 5"/>
          <p:cNvSpPr/>
          <p:nvPr/>
        </p:nvSpPr>
        <p:spPr>
          <a:xfrm>
            <a:off x="4860032" y="1556792"/>
            <a:ext cx="1152128" cy="1152128"/>
          </a:xfrm>
          <a:prstGeom prst="ellipse">
            <a:avLst/>
          </a:prstGeom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000" b="0" dirty="0" smtClean="0"/>
              <a:t>0</a:t>
            </a:r>
            <a:endParaRPr lang="de-DE" sz="2000" b="0" dirty="0"/>
          </a:p>
        </p:txBody>
      </p:sp>
      <p:sp>
        <p:nvSpPr>
          <p:cNvPr id="10" name="Ellipse 9"/>
          <p:cNvSpPr/>
          <p:nvPr/>
        </p:nvSpPr>
        <p:spPr>
          <a:xfrm>
            <a:off x="2915816" y="3212976"/>
            <a:ext cx="1152128" cy="1152128"/>
          </a:xfrm>
          <a:prstGeom prst="ellipse">
            <a:avLst/>
          </a:prstGeom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000" b="0" dirty="0" smtClean="0"/>
              <a:t>2, 3...</a:t>
            </a:r>
            <a:endParaRPr lang="de-DE" sz="2000" b="0" dirty="0"/>
          </a:p>
        </p:txBody>
      </p:sp>
      <p:sp>
        <p:nvSpPr>
          <p:cNvPr id="11" name="Abgerundetes Rechteck 10"/>
          <p:cNvSpPr/>
          <p:nvPr/>
        </p:nvSpPr>
        <p:spPr>
          <a:xfrm>
            <a:off x="467544" y="3645024"/>
            <a:ext cx="2016224" cy="1800200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000" b="0" dirty="0" smtClean="0"/>
              <a:t>Team stellt ungeplante, neue Funktionalität fest</a:t>
            </a:r>
            <a:endParaRPr lang="de-DE" sz="2000" b="0" dirty="0"/>
          </a:p>
        </p:txBody>
      </p:sp>
      <p:sp>
        <p:nvSpPr>
          <p:cNvPr id="13" name="Pfeil nach rechts 12"/>
          <p:cNvSpPr/>
          <p:nvPr/>
        </p:nvSpPr>
        <p:spPr>
          <a:xfrm>
            <a:off x="4139952" y="2060848"/>
            <a:ext cx="576064" cy="216024"/>
          </a:xfrm>
          <a:prstGeom prst="rightArrow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4" name="Pfeil nach rechts 13"/>
          <p:cNvSpPr/>
          <p:nvPr/>
        </p:nvSpPr>
        <p:spPr>
          <a:xfrm rot="2013340">
            <a:off x="2336259" y="1854232"/>
            <a:ext cx="335428" cy="202820"/>
          </a:xfrm>
          <a:prstGeom prst="rightArrow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5" name="Pfeil nach rechts 14"/>
          <p:cNvSpPr/>
          <p:nvPr/>
        </p:nvSpPr>
        <p:spPr>
          <a:xfrm rot="5400000">
            <a:off x="3167844" y="2744924"/>
            <a:ext cx="576064" cy="216024"/>
          </a:xfrm>
          <a:prstGeom prst="rightArrow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1" name="Pfeil nach rechts 20"/>
          <p:cNvSpPr/>
          <p:nvPr/>
        </p:nvSpPr>
        <p:spPr>
          <a:xfrm rot="17657885">
            <a:off x="1996798" y="2970192"/>
            <a:ext cx="1041890" cy="236220"/>
          </a:xfrm>
          <a:prstGeom prst="rightArrow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2" name="Pfeil nach rechts 21"/>
          <p:cNvSpPr/>
          <p:nvPr/>
        </p:nvSpPr>
        <p:spPr>
          <a:xfrm>
            <a:off x="6084168" y="2060848"/>
            <a:ext cx="432048" cy="216024"/>
          </a:xfrm>
          <a:prstGeom prst="rightArrow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8" name="Textfeld 27"/>
          <p:cNvSpPr txBox="1"/>
          <p:nvPr/>
        </p:nvSpPr>
        <p:spPr>
          <a:xfrm>
            <a:off x="2915816" y="4293096"/>
            <a:ext cx="120552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 smtClean="0">
                <a:latin typeface="+mn-lt"/>
              </a:rPr>
              <a:t>Merken</a:t>
            </a:r>
          </a:p>
          <a:p>
            <a:r>
              <a:rPr lang="de-DE" dirty="0" smtClean="0">
                <a:latin typeface="+mn-lt"/>
              </a:rPr>
              <a:t>(Später)</a:t>
            </a:r>
          </a:p>
        </p:txBody>
      </p:sp>
      <p:sp>
        <p:nvSpPr>
          <p:cNvPr id="29" name="Textfeld 28"/>
          <p:cNvSpPr txBox="1"/>
          <p:nvPr/>
        </p:nvSpPr>
        <p:spPr>
          <a:xfrm>
            <a:off x="5076056" y="1196752"/>
            <a:ext cx="87825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 smtClean="0">
                <a:latin typeface="+mn-lt"/>
              </a:rPr>
              <a:t>Jetzt!</a:t>
            </a:r>
            <a:endParaRPr lang="de-DE" dirty="0">
              <a:latin typeface="+mn-lt"/>
            </a:endParaRPr>
          </a:p>
        </p:txBody>
      </p:sp>
      <p:sp>
        <p:nvSpPr>
          <p:cNvPr id="32" name="Titel 3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33" name="Textfeld 32"/>
          <p:cNvSpPr txBox="1"/>
          <p:nvPr/>
        </p:nvSpPr>
        <p:spPr>
          <a:xfrm>
            <a:off x="4204464" y="1772816"/>
            <a:ext cx="3690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800" b="0" dirty="0" smtClean="0">
                <a:latin typeface="+mn-lt"/>
              </a:rPr>
              <a:t>Ja</a:t>
            </a:r>
            <a:endParaRPr lang="de-DE" sz="1800" b="0" dirty="0">
              <a:latin typeface="+mn-lt"/>
            </a:endParaRPr>
          </a:p>
        </p:txBody>
      </p:sp>
      <p:sp>
        <p:nvSpPr>
          <p:cNvPr id="34" name="Textfeld 33"/>
          <p:cNvSpPr txBox="1"/>
          <p:nvPr/>
        </p:nvSpPr>
        <p:spPr>
          <a:xfrm>
            <a:off x="3429373" y="2564904"/>
            <a:ext cx="6238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800" b="0" dirty="0" smtClean="0">
                <a:latin typeface="+mn-lt"/>
              </a:rPr>
              <a:t>Nein</a:t>
            </a:r>
            <a:endParaRPr lang="de-DE" sz="1800" b="0" dirty="0">
              <a:latin typeface="+mn-lt"/>
            </a:endParaRPr>
          </a:p>
        </p:txBody>
      </p:sp>
      <p:sp>
        <p:nvSpPr>
          <p:cNvPr id="41" name="Textfeld 40"/>
          <p:cNvSpPr txBox="1"/>
          <p:nvPr/>
        </p:nvSpPr>
        <p:spPr>
          <a:xfrm>
            <a:off x="6516216" y="491188"/>
            <a:ext cx="2232248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b="0" dirty="0" smtClean="0"/>
              <a:t>Sprint </a:t>
            </a:r>
            <a:r>
              <a:rPr lang="de-DE" b="0" dirty="0" err="1" smtClean="0"/>
              <a:t>Planning</a:t>
            </a:r>
            <a:r>
              <a:rPr lang="de-DE" b="0" dirty="0" smtClean="0"/>
              <a:t> Meeting </a:t>
            </a:r>
            <a:r>
              <a:rPr lang="de-DE" b="0" dirty="0" smtClean="0"/>
              <a:t>1</a:t>
            </a:r>
            <a:endParaRPr lang="de-DE" b="0" dirty="0" smtClean="0"/>
          </a:p>
          <a:p>
            <a:endParaRPr lang="de-DE" dirty="0"/>
          </a:p>
        </p:txBody>
      </p:sp>
      <p:sp>
        <p:nvSpPr>
          <p:cNvPr id="35" name="Abgerundetes Rechteck 34"/>
          <p:cNvSpPr/>
          <p:nvPr/>
        </p:nvSpPr>
        <p:spPr>
          <a:xfrm>
            <a:off x="6588224" y="1628800"/>
            <a:ext cx="1944216" cy="1080120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000" b="0" dirty="0" smtClean="0"/>
              <a:t>Entwicklungs-Team</a:t>
            </a:r>
          </a:p>
          <a:p>
            <a:pPr algn="ctr"/>
            <a:r>
              <a:rPr lang="de-DE" sz="2000" b="0" dirty="0" smtClean="0"/>
              <a:t>entscheidet</a:t>
            </a:r>
            <a:endParaRPr lang="de-DE" sz="2000" b="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57200" y="188913"/>
            <a:ext cx="7571184" cy="993775"/>
          </a:xfrm>
        </p:spPr>
        <p:txBody>
          <a:bodyPr/>
          <a:lstStyle/>
          <a:p>
            <a:r>
              <a:rPr lang="de-DE" sz="6600" b="1" dirty="0" smtClean="0"/>
              <a:t>Vor</a:t>
            </a:r>
            <a:r>
              <a:rPr lang="de-DE" dirty="0" smtClean="0"/>
              <a:t> dem „</a:t>
            </a:r>
            <a:r>
              <a:rPr lang="de-DE" dirty="0" smtClean="0"/>
              <a:t>Sprint </a:t>
            </a:r>
            <a:r>
              <a:rPr lang="de-DE" dirty="0" err="1" smtClean="0"/>
              <a:t>Planning</a:t>
            </a:r>
            <a:r>
              <a:rPr lang="de-DE" dirty="0" smtClean="0"/>
              <a:t> Meeting </a:t>
            </a:r>
            <a:r>
              <a:rPr lang="de-DE" dirty="0" smtClean="0"/>
              <a:t>1“</a:t>
            </a:r>
            <a:endParaRPr lang="de-DE" dirty="0"/>
          </a:p>
        </p:txBody>
      </p:sp>
      <p:pic>
        <p:nvPicPr>
          <p:cNvPr id="1030" name="Picture 6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1323692"/>
            <a:ext cx="9143999" cy="553430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3" name="Pfeil nach unten 12"/>
          <p:cNvSpPr/>
          <p:nvPr/>
        </p:nvSpPr>
        <p:spPr>
          <a:xfrm rot="3092957">
            <a:off x="510615" y="2684370"/>
            <a:ext cx="343109" cy="459568"/>
          </a:xfrm>
          <a:prstGeom prst="down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4" name="Pfeil nach unten 13"/>
          <p:cNvSpPr/>
          <p:nvPr/>
        </p:nvSpPr>
        <p:spPr>
          <a:xfrm rot="3092957">
            <a:off x="8431495" y="2921975"/>
            <a:ext cx="343109" cy="459568"/>
          </a:xfrm>
          <a:prstGeom prst="down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5" name="Pfeil nach unten 14"/>
          <p:cNvSpPr/>
          <p:nvPr/>
        </p:nvSpPr>
        <p:spPr>
          <a:xfrm rot="3092957">
            <a:off x="1446718" y="1172202"/>
            <a:ext cx="343109" cy="459568"/>
          </a:xfrm>
          <a:prstGeom prst="down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Abgerundetes Rechteck 3"/>
          <p:cNvSpPr/>
          <p:nvPr/>
        </p:nvSpPr>
        <p:spPr>
          <a:xfrm>
            <a:off x="251520" y="836712"/>
            <a:ext cx="2016224" cy="1080120"/>
          </a:xfrm>
          <a:prstGeom prst="round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de-DE" sz="2000" b="0" dirty="0" smtClean="0"/>
              <a:t>W</a:t>
            </a:r>
            <a:r>
              <a:rPr lang="de-DE" sz="2000" b="0" dirty="0" smtClean="0"/>
              <a:t>unsch des </a:t>
            </a:r>
            <a:r>
              <a:rPr lang="de-DE" sz="2000" b="0" dirty="0" err="1" smtClean="0"/>
              <a:t>Product</a:t>
            </a:r>
            <a:r>
              <a:rPr lang="de-DE" sz="2000" b="0" dirty="0" smtClean="0"/>
              <a:t> </a:t>
            </a:r>
            <a:r>
              <a:rPr lang="de-DE" sz="2000" b="0" dirty="0" err="1" smtClean="0"/>
              <a:t>Owners</a:t>
            </a:r>
            <a:endParaRPr lang="de-DE" sz="2000" b="0" dirty="0"/>
          </a:p>
        </p:txBody>
      </p:sp>
      <p:sp>
        <p:nvSpPr>
          <p:cNvPr id="5" name="Abgerundetes Rechteck 4"/>
          <p:cNvSpPr/>
          <p:nvPr/>
        </p:nvSpPr>
        <p:spPr>
          <a:xfrm>
            <a:off x="2699792" y="1844824"/>
            <a:ext cx="1368152" cy="648072"/>
          </a:xfrm>
          <a:prstGeom prst="round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de-DE" sz="2000" b="0" dirty="0" smtClean="0"/>
              <a:t>Dringend?</a:t>
            </a:r>
            <a:endParaRPr lang="de-DE" sz="2000" b="0" dirty="0"/>
          </a:p>
        </p:txBody>
      </p:sp>
      <p:sp>
        <p:nvSpPr>
          <p:cNvPr id="6" name="Ellipse 5"/>
          <p:cNvSpPr/>
          <p:nvPr/>
        </p:nvSpPr>
        <p:spPr>
          <a:xfrm>
            <a:off x="4860032" y="1556792"/>
            <a:ext cx="1152128" cy="1152128"/>
          </a:xfrm>
          <a:prstGeom prst="ellipse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de-DE" sz="2000" b="0" dirty="0" smtClean="0"/>
              <a:t>0</a:t>
            </a:r>
            <a:endParaRPr lang="de-DE" sz="2000" b="0" dirty="0"/>
          </a:p>
        </p:txBody>
      </p:sp>
      <p:sp>
        <p:nvSpPr>
          <p:cNvPr id="7" name="Abgerundetes Rechteck 6"/>
          <p:cNvSpPr/>
          <p:nvPr/>
        </p:nvSpPr>
        <p:spPr>
          <a:xfrm>
            <a:off x="6588224" y="1628800"/>
            <a:ext cx="1944216" cy="1080120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000" b="0" dirty="0" smtClean="0"/>
              <a:t>Entwicklungs-Team</a:t>
            </a:r>
          </a:p>
          <a:p>
            <a:pPr algn="ctr"/>
            <a:r>
              <a:rPr lang="de-DE" sz="2000" b="0" dirty="0" smtClean="0"/>
              <a:t>entscheidet</a:t>
            </a:r>
            <a:endParaRPr lang="de-DE" sz="2000" b="0" dirty="0"/>
          </a:p>
        </p:txBody>
      </p:sp>
      <p:sp>
        <p:nvSpPr>
          <p:cNvPr id="8" name="Ellipse 7"/>
          <p:cNvSpPr/>
          <p:nvPr/>
        </p:nvSpPr>
        <p:spPr>
          <a:xfrm>
            <a:off x="7236296" y="3861048"/>
            <a:ext cx="1152128" cy="1152128"/>
          </a:xfrm>
          <a:prstGeom prst="ellipse">
            <a:avLst/>
          </a:prstGeom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000" b="0" dirty="0" smtClean="0"/>
              <a:t>1</a:t>
            </a:r>
            <a:endParaRPr lang="de-DE" sz="2000" b="0" dirty="0"/>
          </a:p>
        </p:txBody>
      </p:sp>
      <p:sp>
        <p:nvSpPr>
          <p:cNvPr id="9" name="Ellipse 8"/>
          <p:cNvSpPr/>
          <p:nvPr/>
        </p:nvSpPr>
        <p:spPr>
          <a:xfrm>
            <a:off x="5292080" y="3717032"/>
            <a:ext cx="1152128" cy="1152128"/>
          </a:xfrm>
          <a:prstGeom prst="ellipse">
            <a:avLst/>
          </a:prstGeom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000" b="0" dirty="0" smtClean="0"/>
              <a:t>2</a:t>
            </a:r>
            <a:endParaRPr lang="de-DE" sz="2000" b="0" dirty="0"/>
          </a:p>
        </p:txBody>
      </p:sp>
      <p:sp>
        <p:nvSpPr>
          <p:cNvPr id="10" name="Ellipse 9"/>
          <p:cNvSpPr/>
          <p:nvPr/>
        </p:nvSpPr>
        <p:spPr>
          <a:xfrm>
            <a:off x="2915816" y="3212976"/>
            <a:ext cx="1152128" cy="1152128"/>
          </a:xfrm>
          <a:prstGeom prst="ellipse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de-DE" sz="2000" b="0" dirty="0" smtClean="0"/>
              <a:t>2, 3...</a:t>
            </a:r>
            <a:endParaRPr lang="de-DE" sz="2000" b="0" dirty="0"/>
          </a:p>
        </p:txBody>
      </p:sp>
      <p:sp>
        <p:nvSpPr>
          <p:cNvPr id="11" name="Abgerundetes Rechteck 10"/>
          <p:cNvSpPr/>
          <p:nvPr/>
        </p:nvSpPr>
        <p:spPr>
          <a:xfrm>
            <a:off x="467544" y="3645024"/>
            <a:ext cx="2016224" cy="1800200"/>
          </a:xfrm>
          <a:prstGeom prst="round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de-DE" sz="2000" b="0" dirty="0" smtClean="0"/>
              <a:t>Team stellt ungeplante, neue Funktionalität fest</a:t>
            </a:r>
            <a:endParaRPr lang="de-DE" sz="2000" b="0" dirty="0"/>
          </a:p>
        </p:txBody>
      </p:sp>
      <p:sp>
        <p:nvSpPr>
          <p:cNvPr id="12" name="Abgerundetes Rechteck 11"/>
          <p:cNvSpPr/>
          <p:nvPr/>
        </p:nvSpPr>
        <p:spPr>
          <a:xfrm>
            <a:off x="6876256" y="5445224"/>
            <a:ext cx="1944216" cy="864096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000" b="0" dirty="0" smtClean="0"/>
              <a:t>aktueller Sprint</a:t>
            </a:r>
            <a:endParaRPr lang="de-DE" sz="2000" b="0" dirty="0"/>
          </a:p>
        </p:txBody>
      </p:sp>
      <p:sp>
        <p:nvSpPr>
          <p:cNvPr id="13" name="Pfeil nach rechts 12"/>
          <p:cNvSpPr/>
          <p:nvPr/>
        </p:nvSpPr>
        <p:spPr>
          <a:xfrm>
            <a:off x="4139952" y="2060848"/>
            <a:ext cx="576064" cy="216024"/>
          </a:xfrm>
          <a:prstGeom prst="rightArrow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4" name="Pfeil nach rechts 13"/>
          <p:cNvSpPr/>
          <p:nvPr/>
        </p:nvSpPr>
        <p:spPr>
          <a:xfrm rot="2013340">
            <a:off x="2336259" y="1854232"/>
            <a:ext cx="335428" cy="202820"/>
          </a:xfrm>
          <a:prstGeom prst="rightArrow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5" name="Pfeil nach rechts 14"/>
          <p:cNvSpPr/>
          <p:nvPr/>
        </p:nvSpPr>
        <p:spPr>
          <a:xfrm rot="5400000">
            <a:off x="3167844" y="2744924"/>
            <a:ext cx="576064" cy="216024"/>
          </a:xfrm>
          <a:prstGeom prst="rightArrow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1" name="Pfeil nach rechts 20"/>
          <p:cNvSpPr/>
          <p:nvPr/>
        </p:nvSpPr>
        <p:spPr>
          <a:xfrm rot="17657885">
            <a:off x="1996798" y="2970192"/>
            <a:ext cx="1041890" cy="236220"/>
          </a:xfrm>
          <a:prstGeom prst="rightArrow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2" name="Pfeil nach rechts 21"/>
          <p:cNvSpPr/>
          <p:nvPr/>
        </p:nvSpPr>
        <p:spPr>
          <a:xfrm>
            <a:off x="6084168" y="2060848"/>
            <a:ext cx="432048" cy="216024"/>
          </a:xfrm>
          <a:prstGeom prst="rightArrow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3" name="Pfeil nach rechts 22"/>
          <p:cNvSpPr/>
          <p:nvPr/>
        </p:nvSpPr>
        <p:spPr>
          <a:xfrm rot="6986769">
            <a:off x="5972988" y="3181848"/>
            <a:ext cx="1041890" cy="236220"/>
          </a:xfrm>
          <a:prstGeom prst="rightArrow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4" name="Pfeil nach rechts 23"/>
          <p:cNvSpPr/>
          <p:nvPr/>
        </p:nvSpPr>
        <p:spPr>
          <a:xfrm rot="4273444">
            <a:off x="6922843" y="3194057"/>
            <a:ext cx="1041890" cy="236220"/>
          </a:xfrm>
          <a:prstGeom prst="rightArrow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5" name="Pfeil nach rechts 24"/>
          <p:cNvSpPr/>
          <p:nvPr/>
        </p:nvSpPr>
        <p:spPr>
          <a:xfrm rot="5400000">
            <a:off x="7704348" y="5121188"/>
            <a:ext cx="288032" cy="216024"/>
          </a:xfrm>
          <a:prstGeom prst="rightArrow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8" name="Textfeld 27"/>
          <p:cNvSpPr txBox="1"/>
          <p:nvPr/>
        </p:nvSpPr>
        <p:spPr>
          <a:xfrm>
            <a:off x="2915816" y="4293096"/>
            <a:ext cx="1205523" cy="830997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de-DE" dirty="0" smtClean="0">
                <a:latin typeface="+mn-lt"/>
              </a:rPr>
              <a:t>Merken</a:t>
            </a:r>
          </a:p>
          <a:p>
            <a:r>
              <a:rPr lang="de-DE" dirty="0" smtClean="0">
                <a:latin typeface="+mn-lt"/>
              </a:rPr>
              <a:t>(Später)</a:t>
            </a:r>
          </a:p>
        </p:txBody>
      </p:sp>
      <p:sp>
        <p:nvSpPr>
          <p:cNvPr id="29" name="Textfeld 28"/>
          <p:cNvSpPr txBox="1"/>
          <p:nvPr/>
        </p:nvSpPr>
        <p:spPr>
          <a:xfrm>
            <a:off x="5076056" y="1196752"/>
            <a:ext cx="878254" cy="461665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de-DE" dirty="0" smtClean="0">
                <a:latin typeface="+mn-lt"/>
              </a:rPr>
              <a:t>Jetzt!</a:t>
            </a:r>
            <a:endParaRPr lang="de-DE" dirty="0">
              <a:latin typeface="+mn-lt"/>
            </a:endParaRPr>
          </a:p>
        </p:txBody>
      </p:sp>
      <p:sp>
        <p:nvSpPr>
          <p:cNvPr id="30" name="Textfeld 29"/>
          <p:cNvSpPr txBox="1"/>
          <p:nvPr/>
        </p:nvSpPr>
        <p:spPr>
          <a:xfrm>
            <a:off x="5292080" y="4869160"/>
            <a:ext cx="75052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 smtClean="0">
                <a:latin typeface="+mn-lt"/>
              </a:rPr>
              <a:t>Bald</a:t>
            </a:r>
            <a:endParaRPr lang="de-DE" dirty="0">
              <a:latin typeface="+mn-lt"/>
            </a:endParaRPr>
          </a:p>
        </p:txBody>
      </p:sp>
      <p:sp>
        <p:nvSpPr>
          <p:cNvPr id="31" name="Textfeld 30"/>
          <p:cNvSpPr txBox="1"/>
          <p:nvPr/>
        </p:nvSpPr>
        <p:spPr>
          <a:xfrm>
            <a:off x="7761915" y="3501008"/>
            <a:ext cx="120257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 smtClean="0">
                <a:latin typeface="+mn-lt"/>
              </a:rPr>
              <a:t>U</a:t>
            </a:r>
            <a:r>
              <a:rPr lang="de-DE" dirty="0" smtClean="0">
                <a:latin typeface="+mn-lt"/>
              </a:rPr>
              <a:t>nd Los</a:t>
            </a:r>
            <a:endParaRPr lang="de-DE" dirty="0">
              <a:latin typeface="+mn-lt"/>
            </a:endParaRPr>
          </a:p>
        </p:txBody>
      </p:sp>
      <p:sp>
        <p:nvSpPr>
          <p:cNvPr id="32" name="Titel 3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33" name="Textfeld 32"/>
          <p:cNvSpPr txBox="1"/>
          <p:nvPr/>
        </p:nvSpPr>
        <p:spPr>
          <a:xfrm>
            <a:off x="4204464" y="1772816"/>
            <a:ext cx="369012" cy="369332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de-DE" sz="1800" b="0" dirty="0" smtClean="0">
                <a:latin typeface="+mn-lt"/>
              </a:rPr>
              <a:t>Ja</a:t>
            </a:r>
            <a:endParaRPr lang="de-DE" sz="1800" b="0" dirty="0">
              <a:latin typeface="+mn-lt"/>
            </a:endParaRPr>
          </a:p>
        </p:txBody>
      </p:sp>
      <p:sp>
        <p:nvSpPr>
          <p:cNvPr id="34" name="Textfeld 33"/>
          <p:cNvSpPr txBox="1"/>
          <p:nvPr/>
        </p:nvSpPr>
        <p:spPr>
          <a:xfrm>
            <a:off x="3429373" y="2564904"/>
            <a:ext cx="623889" cy="369332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de-DE" sz="1800" b="0" dirty="0" smtClean="0">
                <a:latin typeface="+mn-lt"/>
              </a:rPr>
              <a:t>Nein</a:t>
            </a:r>
            <a:endParaRPr lang="de-DE" sz="1800" b="0" dirty="0">
              <a:latin typeface="+mn-lt"/>
            </a:endParaRPr>
          </a:p>
        </p:txBody>
      </p:sp>
      <p:sp>
        <p:nvSpPr>
          <p:cNvPr id="41" name="Textfeld 40"/>
          <p:cNvSpPr txBox="1"/>
          <p:nvPr/>
        </p:nvSpPr>
        <p:spPr>
          <a:xfrm>
            <a:off x="6516216" y="491188"/>
            <a:ext cx="2232248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b="0" dirty="0" smtClean="0"/>
              <a:t>Sprint </a:t>
            </a:r>
            <a:r>
              <a:rPr lang="de-DE" b="0" dirty="0" err="1" smtClean="0"/>
              <a:t>Planning</a:t>
            </a:r>
            <a:r>
              <a:rPr lang="de-DE" b="0" dirty="0" smtClean="0"/>
              <a:t> Meeting </a:t>
            </a:r>
            <a:r>
              <a:rPr lang="de-DE" b="0" dirty="0" smtClean="0"/>
              <a:t>1</a:t>
            </a:r>
            <a:endParaRPr lang="de-DE" b="0" dirty="0" smtClean="0"/>
          </a:p>
          <a:p>
            <a:endParaRPr lang="de-DE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4" name="Picture 6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1340768"/>
            <a:ext cx="9144000" cy="54715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57200" y="188913"/>
            <a:ext cx="7859216" cy="993775"/>
          </a:xfrm>
        </p:spPr>
        <p:txBody>
          <a:bodyPr/>
          <a:lstStyle/>
          <a:p>
            <a:r>
              <a:rPr lang="de-DE" sz="6600" b="1" dirty="0" smtClean="0"/>
              <a:t>Nach</a:t>
            </a:r>
            <a:r>
              <a:rPr lang="de-DE" dirty="0" smtClean="0"/>
              <a:t> </a:t>
            </a:r>
            <a:r>
              <a:rPr lang="de-DE" dirty="0" smtClean="0"/>
              <a:t>dem „Sprint </a:t>
            </a:r>
            <a:r>
              <a:rPr lang="de-DE" dirty="0" err="1" smtClean="0"/>
              <a:t>Planning</a:t>
            </a:r>
            <a:r>
              <a:rPr lang="de-DE" dirty="0" smtClean="0"/>
              <a:t> Meeting 1“</a:t>
            </a:r>
            <a:endParaRPr lang="de-DE" dirty="0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6" name="Pfeil nach unten 5"/>
          <p:cNvSpPr/>
          <p:nvPr/>
        </p:nvSpPr>
        <p:spPr>
          <a:xfrm rot="3092957">
            <a:off x="438606" y="2417919"/>
            <a:ext cx="343109" cy="459568"/>
          </a:xfrm>
          <a:prstGeom prst="down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7" name="Pfeil nach unten 6"/>
          <p:cNvSpPr/>
          <p:nvPr/>
        </p:nvSpPr>
        <p:spPr>
          <a:xfrm rot="3092957">
            <a:off x="8503504" y="2489927"/>
            <a:ext cx="343109" cy="459568"/>
          </a:xfrm>
          <a:prstGeom prst="down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9" name="Pfeil nach unten 8"/>
          <p:cNvSpPr/>
          <p:nvPr/>
        </p:nvSpPr>
        <p:spPr>
          <a:xfrm rot="3092957">
            <a:off x="438607" y="3065991"/>
            <a:ext cx="343109" cy="459568"/>
          </a:xfrm>
          <a:prstGeom prst="down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2" name="Pfeil nach unten 11"/>
          <p:cNvSpPr/>
          <p:nvPr/>
        </p:nvSpPr>
        <p:spPr>
          <a:xfrm rot="7848298">
            <a:off x="6918735" y="2831161"/>
            <a:ext cx="343109" cy="459568"/>
          </a:xfrm>
          <a:prstGeom prst="down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5" name="Pfeil nach unten 14"/>
          <p:cNvSpPr/>
          <p:nvPr/>
        </p:nvSpPr>
        <p:spPr>
          <a:xfrm rot="3092957">
            <a:off x="1518728" y="1244208"/>
            <a:ext cx="343109" cy="459568"/>
          </a:xfrm>
          <a:prstGeom prst="down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Abgerundetes Rechteck 3"/>
          <p:cNvSpPr/>
          <p:nvPr/>
        </p:nvSpPr>
        <p:spPr>
          <a:xfrm>
            <a:off x="251520" y="836712"/>
            <a:ext cx="2016224" cy="1080120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000" b="0" dirty="0" smtClean="0"/>
              <a:t>W</a:t>
            </a:r>
            <a:r>
              <a:rPr lang="de-DE" sz="2000" b="0" dirty="0" smtClean="0"/>
              <a:t>unsch des </a:t>
            </a:r>
            <a:r>
              <a:rPr lang="de-DE" sz="2000" b="0" dirty="0" err="1" smtClean="0"/>
              <a:t>Product</a:t>
            </a:r>
            <a:r>
              <a:rPr lang="de-DE" sz="2000" b="0" dirty="0" smtClean="0"/>
              <a:t> </a:t>
            </a:r>
            <a:r>
              <a:rPr lang="de-DE" sz="2000" b="0" dirty="0" err="1" smtClean="0"/>
              <a:t>Owners</a:t>
            </a:r>
            <a:endParaRPr lang="de-DE" sz="2000" b="0" dirty="0"/>
          </a:p>
        </p:txBody>
      </p:sp>
      <p:sp>
        <p:nvSpPr>
          <p:cNvPr id="5" name="Abgerundetes Rechteck 4"/>
          <p:cNvSpPr/>
          <p:nvPr/>
        </p:nvSpPr>
        <p:spPr>
          <a:xfrm>
            <a:off x="2699792" y="1844824"/>
            <a:ext cx="2736304" cy="648072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000" b="0" dirty="0" smtClean="0"/>
              <a:t>Geeignet als Meilenstein? </a:t>
            </a:r>
            <a:endParaRPr lang="de-DE" sz="2000" b="0" dirty="0"/>
          </a:p>
        </p:txBody>
      </p:sp>
      <p:sp>
        <p:nvSpPr>
          <p:cNvPr id="11" name="Abgerundetes Rechteck 10"/>
          <p:cNvSpPr/>
          <p:nvPr/>
        </p:nvSpPr>
        <p:spPr>
          <a:xfrm>
            <a:off x="467544" y="3645024"/>
            <a:ext cx="2016224" cy="1800200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000" b="0" dirty="0" smtClean="0"/>
              <a:t>Team stellt ungeplante, neue Funktionalität fest</a:t>
            </a:r>
            <a:endParaRPr lang="de-DE" sz="2000" b="0" dirty="0"/>
          </a:p>
        </p:txBody>
      </p:sp>
      <p:sp>
        <p:nvSpPr>
          <p:cNvPr id="14" name="Pfeil nach rechts 13"/>
          <p:cNvSpPr/>
          <p:nvPr/>
        </p:nvSpPr>
        <p:spPr>
          <a:xfrm rot="2013340">
            <a:off x="2336259" y="1854232"/>
            <a:ext cx="335428" cy="202820"/>
          </a:xfrm>
          <a:prstGeom prst="rightArrow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1" name="Pfeil nach rechts 20"/>
          <p:cNvSpPr/>
          <p:nvPr/>
        </p:nvSpPr>
        <p:spPr>
          <a:xfrm rot="17657885">
            <a:off x="1996798" y="2970192"/>
            <a:ext cx="1041890" cy="236220"/>
          </a:xfrm>
          <a:prstGeom prst="rightArrow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2" name="Titel 31"/>
          <p:cNvSpPr>
            <a:spLocks noGrp="1"/>
          </p:cNvSpPr>
          <p:nvPr>
            <p:ph type="title"/>
          </p:nvPr>
        </p:nvSpPr>
        <p:spPr>
          <a:xfrm>
            <a:off x="3203848" y="3717032"/>
            <a:ext cx="4896272" cy="993775"/>
          </a:xfrm>
        </p:spPr>
        <p:txBody>
          <a:bodyPr/>
          <a:lstStyle/>
          <a:p>
            <a:r>
              <a:rPr lang="de-DE" dirty="0" smtClean="0"/>
              <a:t>Wenn sich Funktionalitäten als Meilenstein eignen, sollten sie markiert werden.</a:t>
            </a:r>
            <a:endParaRPr lang="de-DE" dirty="0"/>
          </a:p>
        </p:txBody>
      </p:sp>
      <p:sp>
        <p:nvSpPr>
          <p:cNvPr id="35" name="Ellipse 34"/>
          <p:cNvSpPr/>
          <p:nvPr/>
        </p:nvSpPr>
        <p:spPr>
          <a:xfrm>
            <a:off x="6300192" y="1700808"/>
            <a:ext cx="1152128" cy="1152128"/>
          </a:xfrm>
          <a:prstGeom prst="ellipse">
            <a:avLst/>
          </a:prstGeom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000" b="0" dirty="0" smtClean="0"/>
              <a:t>x</a:t>
            </a:r>
            <a:endParaRPr lang="de-DE" sz="2000" b="0" dirty="0"/>
          </a:p>
        </p:txBody>
      </p:sp>
      <p:sp>
        <p:nvSpPr>
          <p:cNvPr id="36" name="Pfeil nach rechts 35"/>
          <p:cNvSpPr/>
          <p:nvPr/>
        </p:nvSpPr>
        <p:spPr>
          <a:xfrm>
            <a:off x="5580112" y="2204864"/>
            <a:ext cx="576064" cy="216024"/>
          </a:xfrm>
          <a:prstGeom prst="rightArrow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7" name="Textfeld 36"/>
          <p:cNvSpPr txBox="1"/>
          <p:nvPr/>
        </p:nvSpPr>
        <p:spPr>
          <a:xfrm>
            <a:off x="5644624" y="1916832"/>
            <a:ext cx="3690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800" b="0" dirty="0" smtClean="0">
                <a:latin typeface="+mn-lt"/>
              </a:rPr>
              <a:t>Ja</a:t>
            </a:r>
            <a:endParaRPr lang="de-DE" sz="1800" b="0" dirty="0">
              <a:latin typeface="+mn-l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4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" y="1050014"/>
            <a:ext cx="9144000" cy="583537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smtClean="0"/>
              <a:t>Mögliche Meilensteine markieren</a:t>
            </a:r>
            <a:endParaRPr lang="de-DE" dirty="0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9" name="Pfeil nach unten 8"/>
          <p:cNvSpPr/>
          <p:nvPr/>
        </p:nvSpPr>
        <p:spPr>
          <a:xfrm rot="3092957">
            <a:off x="870654" y="3282015"/>
            <a:ext cx="343109" cy="459568"/>
          </a:xfrm>
          <a:prstGeom prst="down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2" name="Titel 31"/>
          <p:cNvSpPr txBox="1">
            <a:spLocks/>
          </p:cNvSpPr>
          <p:nvPr/>
        </p:nvSpPr>
        <p:spPr bwMode="auto">
          <a:xfrm>
            <a:off x="2771800" y="3429000"/>
            <a:ext cx="5328320" cy="1281807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accent3">
                    <a:lumMod val="50000"/>
                  </a:schemeClr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Dieser Sprint endet nicht mit einem Meilenstein</a:t>
            </a:r>
            <a:endParaRPr kumimoji="0" lang="de-DE" sz="3200" b="0" i="0" u="none" strike="noStrike" kern="1200" cap="none" spc="0" normalizeH="0" baseline="0" noProof="0" dirty="0">
              <a:ln>
                <a:noFill/>
              </a:ln>
              <a:solidFill>
                <a:schemeClr val="accent3">
                  <a:lumMod val="50000"/>
                </a:schemeClr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Abgerundetes Rechteck 3"/>
          <p:cNvSpPr/>
          <p:nvPr/>
        </p:nvSpPr>
        <p:spPr>
          <a:xfrm>
            <a:off x="251520" y="836712"/>
            <a:ext cx="2016224" cy="1080120"/>
          </a:xfrm>
          <a:prstGeom prst="round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de-DE" sz="2000" b="0" dirty="0" smtClean="0"/>
              <a:t>W</a:t>
            </a:r>
            <a:r>
              <a:rPr lang="de-DE" sz="2000" b="0" dirty="0" smtClean="0"/>
              <a:t>unsch des </a:t>
            </a:r>
            <a:r>
              <a:rPr lang="de-DE" sz="2000" b="0" dirty="0" err="1" smtClean="0"/>
              <a:t>Product</a:t>
            </a:r>
            <a:r>
              <a:rPr lang="de-DE" sz="2000" b="0" dirty="0" smtClean="0"/>
              <a:t> </a:t>
            </a:r>
            <a:r>
              <a:rPr lang="de-DE" sz="2000" b="0" dirty="0" err="1" smtClean="0"/>
              <a:t>Owners</a:t>
            </a:r>
            <a:endParaRPr lang="de-DE" sz="2000" b="0" dirty="0"/>
          </a:p>
        </p:txBody>
      </p:sp>
      <p:sp>
        <p:nvSpPr>
          <p:cNvPr id="5" name="Abgerundetes Rechteck 4"/>
          <p:cNvSpPr/>
          <p:nvPr/>
        </p:nvSpPr>
        <p:spPr>
          <a:xfrm>
            <a:off x="2699792" y="1844824"/>
            <a:ext cx="1368152" cy="648072"/>
          </a:xfrm>
          <a:prstGeom prst="round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de-DE" sz="2000" b="0" dirty="0" smtClean="0"/>
              <a:t>Dringend?</a:t>
            </a:r>
            <a:endParaRPr lang="de-DE" sz="2000" b="0" dirty="0"/>
          </a:p>
        </p:txBody>
      </p:sp>
      <p:sp>
        <p:nvSpPr>
          <p:cNvPr id="6" name="Ellipse 5"/>
          <p:cNvSpPr/>
          <p:nvPr/>
        </p:nvSpPr>
        <p:spPr>
          <a:xfrm>
            <a:off x="4860032" y="1556792"/>
            <a:ext cx="1152128" cy="1152128"/>
          </a:xfrm>
          <a:prstGeom prst="ellipse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de-DE" sz="2000" b="0" dirty="0" smtClean="0"/>
              <a:t>0</a:t>
            </a:r>
            <a:endParaRPr lang="de-DE" sz="2000" b="0" dirty="0"/>
          </a:p>
        </p:txBody>
      </p:sp>
      <p:sp>
        <p:nvSpPr>
          <p:cNvPr id="7" name="Abgerundetes Rechteck 6"/>
          <p:cNvSpPr/>
          <p:nvPr/>
        </p:nvSpPr>
        <p:spPr>
          <a:xfrm>
            <a:off x="6588224" y="1628800"/>
            <a:ext cx="1944216" cy="1080120"/>
          </a:xfrm>
          <a:prstGeom prst="round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de-DE" sz="2000" b="0" dirty="0" smtClean="0"/>
              <a:t>Entwicklungs-Team</a:t>
            </a:r>
          </a:p>
          <a:p>
            <a:pPr algn="ctr"/>
            <a:r>
              <a:rPr lang="de-DE" sz="2000" b="0" dirty="0" smtClean="0"/>
              <a:t>entscheidet</a:t>
            </a:r>
            <a:endParaRPr lang="de-DE" sz="2000" b="0" dirty="0"/>
          </a:p>
        </p:txBody>
      </p:sp>
      <p:sp>
        <p:nvSpPr>
          <p:cNvPr id="8" name="Ellipse 7"/>
          <p:cNvSpPr/>
          <p:nvPr/>
        </p:nvSpPr>
        <p:spPr>
          <a:xfrm>
            <a:off x="7236296" y="3861048"/>
            <a:ext cx="1152128" cy="1152128"/>
          </a:xfrm>
          <a:prstGeom prst="ellipse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de-DE" sz="2000" b="0" dirty="0" smtClean="0"/>
              <a:t>1</a:t>
            </a:r>
            <a:endParaRPr lang="de-DE" sz="2000" b="0" dirty="0"/>
          </a:p>
        </p:txBody>
      </p:sp>
      <p:sp>
        <p:nvSpPr>
          <p:cNvPr id="9" name="Ellipse 8"/>
          <p:cNvSpPr/>
          <p:nvPr/>
        </p:nvSpPr>
        <p:spPr>
          <a:xfrm>
            <a:off x="5292080" y="3717032"/>
            <a:ext cx="1152128" cy="1152128"/>
          </a:xfrm>
          <a:prstGeom prst="ellipse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de-DE" sz="2000" b="0" dirty="0" smtClean="0"/>
              <a:t>2</a:t>
            </a:r>
            <a:endParaRPr lang="de-DE" sz="2000" b="0" dirty="0"/>
          </a:p>
        </p:txBody>
      </p:sp>
      <p:sp>
        <p:nvSpPr>
          <p:cNvPr id="10" name="Ellipse 9"/>
          <p:cNvSpPr/>
          <p:nvPr/>
        </p:nvSpPr>
        <p:spPr>
          <a:xfrm>
            <a:off x="2915816" y="3212976"/>
            <a:ext cx="1152128" cy="1152128"/>
          </a:xfrm>
          <a:prstGeom prst="ellipse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de-DE" sz="2000" b="0" dirty="0" smtClean="0"/>
              <a:t>2, 3...</a:t>
            </a:r>
            <a:endParaRPr lang="de-DE" sz="2000" b="0" dirty="0"/>
          </a:p>
        </p:txBody>
      </p:sp>
      <p:sp>
        <p:nvSpPr>
          <p:cNvPr id="11" name="Abgerundetes Rechteck 10"/>
          <p:cNvSpPr/>
          <p:nvPr/>
        </p:nvSpPr>
        <p:spPr>
          <a:xfrm>
            <a:off x="467544" y="3645024"/>
            <a:ext cx="2016224" cy="1800200"/>
          </a:xfrm>
          <a:prstGeom prst="round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de-DE" sz="2000" b="0" dirty="0" smtClean="0"/>
              <a:t>Team stellt ungeplante, neue Funktionalität fest</a:t>
            </a:r>
            <a:endParaRPr lang="de-DE" sz="2000" b="0" dirty="0"/>
          </a:p>
        </p:txBody>
      </p:sp>
      <p:sp>
        <p:nvSpPr>
          <p:cNvPr id="12" name="Abgerundetes Rechteck 11"/>
          <p:cNvSpPr/>
          <p:nvPr/>
        </p:nvSpPr>
        <p:spPr>
          <a:xfrm>
            <a:off x="6876256" y="5445224"/>
            <a:ext cx="1944216" cy="864096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000" b="0" dirty="0" smtClean="0"/>
              <a:t>aktueller Sprint</a:t>
            </a:r>
            <a:endParaRPr lang="de-DE" sz="2000" b="0" dirty="0"/>
          </a:p>
        </p:txBody>
      </p:sp>
      <p:sp>
        <p:nvSpPr>
          <p:cNvPr id="13" name="Pfeil nach rechts 12"/>
          <p:cNvSpPr/>
          <p:nvPr/>
        </p:nvSpPr>
        <p:spPr>
          <a:xfrm>
            <a:off x="4139952" y="2060848"/>
            <a:ext cx="576064" cy="216024"/>
          </a:xfrm>
          <a:prstGeom prst="rightArrow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4" name="Pfeil nach rechts 13"/>
          <p:cNvSpPr/>
          <p:nvPr/>
        </p:nvSpPr>
        <p:spPr>
          <a:xfrm rot="2013340">
            <a:off x="2336259" y="1854232"/>
            <a:ext cx="335428" cy="202820"/>
          </a:xfrm>
          <a:prstGeom prst="rightArrow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5" name="Pfeil nach rechts 14"/>
          <p:cNvSpPr/>
          <p:nvPr/>
        </p:nvSpPr>
        <p:spPr>
          <a:xfrm rot="5400000">
            <a:off x="3167844" y="2744924"/>
            <a:ext cx="576064" cy="216024"/>
          </a:xfrm>
          <a:prstGeom prst="rightArrow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1" name="Pfeil nach rechts 20"/>
          <p:cNvSpPr/>
          <p:nvPr/>
        </p:nvSpPr>
        <p:spPr>
          <a:xfrm rot="17657885">
            <a:off x="1996798" y="2970192"/>
            <a:ext cx="1041890" cy="236220"/>
          </a:xfrm>
          <a:prstGeom prst="rightArrow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2" name="Pfeil nach rechts 21"/>
          <p:cNvSpPr/>
          <p:nvPr/>
        </p:nvSpPr>
        <p:spPr>
          <a:xfrm>
            <a:off x="6084168" y="2060848"/>
            <a:ext cx="432048" cy="216024"/>
          </a:xfrm>
          <a:prstGeom prst="rightArrow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3" name="Pfeil nach rechts 22"/>
          <p:cNvSpPr/>
          <p:nvPr/>
        </p:nvSpPr>
        <p:spPr>
          <a:xfrm rot="6986769">
            <a:off x="5972988" y="3181848"/>
            <a:ext cx="1041890" cy="236220"/>
          </a:xfrm>
          <a:prstGeom prst="rightArrow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4" name="Pfeil nach rechts 23"/>
          <p:cNvSpPr/>
          <p:nvPr/>
        </p:nvSpPr>
        <p:spPr>
          <a:xfrm rot="4273444">
            <a:off x="6922843" y="3194057"/>
            <a:ext cx="1041890" cy="236220"/>
          </a:xfrm>
          <a:prstGeom prst="rightArrow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5" name="Pfeil nach rechts 24"/>
          <p:cNvSpPr/>
          <p:nvPr/>
        </p:nvSpPr>
        <p:spPr>
          <a:xfrm rot="5400000">
            <a:off x="7704348" y="5121188"/>
            <a:ext cx="288032" cy="216024"/>
          </a:xfrm>
          <a:prstGeom prst="rightArrow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8" name="Textfeld 27"/>
          <p:cNvSpPr txBox="1"/>
          <p:nvPr/>
        </p:nvSpPr>
        <p:spPr>
          <a:xfrm>
            <a:off x="2915816" y="4293096"/>
            <a:ext cx="1205523" cy="830997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de-DE" dirty="0" smtClean="0">
                <a:latin typeface="+mn-lt"/>
              </a:rPr>
              <a:t>Merken</a:t>
            </a:r>
          </a:p>
          <a:p>
            <a:r>
              <a:rPr lang="de-DE" dirty="0" smtClean="0">
                <a:latin typeface="+mn-lt"/>
              </a:rPr>
              <a:t>(Später)</a:t>
            </a:r>
          </a:p>
        </p:txBody>
      </p:sp>
      <p:sp>
        <p:nvSpPr>
          <p:cNvPr id="29" name="Textfeld 28"/>
          <p:cNvSpPr txBox="1"/>
          <p:nvPr/>
        </p:nvSpPr>
        <p:spPr>
          <a:xfrm>
            <a:off x="5076056" y="1196752"/>
            <a:ext cx="878254" cy="461665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de-DE" dirty="0" smtClean="0">
                <a:latin typeface="+mn-lt"/>
              </a:rPr>
              <a:t>Jetzt!</a:t>
            </a:r>
            <a:endParaRPr lang="de-DE" dirty="0">
              <a:latin typeface="+mn-lt"/>
            </a:endParaRPr>
          </a:p>
        </p:txBody>
      </p:sp>
      <p:sp>
        <p:nvSpPr>
          <p:cNvPr id="30" name="Textfeld 29"/>
          <p:cNvSpPr txBox="1"/>
          <p:nvPr/>
        </p:nvSpPr>
        <p:spPr>
          <a:xfrm>
            <a:off x="5292080" y="4869160"/>
            <a:ext cx="750526" cy="461665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de-DE" dirty="0" smtClean="0">
                <a:latin typeface="+mn-lt"/>
              </a:rPr>
              <a:t>Bald</a:t>
            </a:r>
            <a:endParaRPr lang="de-DE" dirty="0">
              <a:latin typeface="+mn-lt"/>
            </a:endParaRPr>
          </a:p>
        </p:txBody>
      </p:sp>
      <p:sp>
        <p:nvSpPr>
          <p:cNvPr id="31" name="Textfeld 30"/>
          <p:cNvSpPr txBox="1"/>
          <p:nvPr/>
        </p:nvSpPr>
        <p:spPr>
          <a:xfrm>
            <a:off x="7761915" y="3501008"/>
            <a:ext cx="120257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 smtClean="0">
                <a:latin typeface="+mn-lt"/>
              </a:rPr>
              <a:t>U</a:t>
            </a:r>
            <a:r>
              <a:rPr lang="de-DE" dirty="0" smtClean="0">
                <a:latin typeface="+mn-lt"/>
              </a:rPr>
              <a:t>nd Los</a:t>
            </a:r>
            <a:endParaRPr lang="de-DE" dirty="0">
              <a:latin typeface="+mn-lt"/>
            </a:endParaRPr>
          </a:p>
        </p:txBody>
      </p:sp>
      <p:sp>
        <p:nvSpPr>
          <p:cNvPr id="32" name="Titel 3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33" name="Textfeld 32"/>
          <p:cNvSpPr txBox="1"/>
          <p:nvPr/>
        </p:nvSpPr>
        <p:spPr>
          <a:xfrm>
            <a:off x="4204464" y="1772816"/>
            <a:ext cx="369012" cy="369332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de-DE" sz="1800" b="0" dirty="0" smtClean="0">
                <a:latin typeface="+mn-lt"/>
              </a:rPr>
              <a:t>Ja</a:t>
            </a:r>
            <a:endParaRPr lang="de-DE" sz="1800" b="0" dirty="0">
              <a:latin typeface="+mn-lt"/>
            </a:endParaRPr>
          </a:p>
        </p:txBody>
      </p:sp>
      <p:sp>
        <p:nvSpPr>
          <p:cNvPr id="34" name="Textfeld 33"/>
          <p:cNvSpPr txBox="1"/>
          <p:nvPr/>
        </p:nvSpPr>
        <p:spPr>
          <a:xfrm>
            <a:off x="3429373" y="2564904"/>
            <a:ext cx="623889" cy="369332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de-DE" sz="1800" b="0" dirty="0" smtClean="0">
                <a:latin typeface="+mn-lt"/>
              </a:rPr>
              <a:t>Nein</a:t>
            </a:r>
            <a:endParaRPr lang="de-DE" sz="1800" b="0" dirty="0">
              <a:latin typeface="+mn-lt"/>
            </a:endParaRPr>
          </a:p>
        </p:txBody>
      </p:sp>
      <p:sp>
        <p:nvSpPr>
          <p:cNvPr id="41" name="Textfeld 40"/>
          <p:cNvSpPr txBox="1"/>
          <p:nvPr/>
        </p:nvSpPr>
        <p:spPr>
          <a:xfrm>
            <a:off x="6444208" y="491188"/>
            <a:ext cx="2232248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b="0" dirty="0" smtClean="0"/>
              <a:t>Sprint </a:t>
            </a:r>
            <a:r>
              <a:rPr lang="de-DE" b="0" dirty="0" err="1" smtClean="0"/>
              <a:t>Planning</a:t>
            </a:r>
            <a:r>
              <a:rPr lang="de-DE" b="0" dirty="0" smtClean="0"/>
              <a:t> Meeting </a:t>
            </a:r>
            <a:r>
              <a:rPr lang="de-DE" b="0" dirty="0" smtClean="0"/>
              <a:t>1</a:t>
            </a:r>
            <a:endParaRPr lang="de-DE" b="0" dirty="0" smtClean="0"/>
          </a:p>
          <a:p>
            <a:endParaRPr lang="de-DE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457200" y="2060848"/>
            <a:ext cx="8229600" cy="4176440"/>
          </a:xfrm>
        </p:spPr>
        <p:txBody>
          <a:bodyPr>
            <a:normAutofit fontScale="92500" lnSpcReduction="10000"/>
          </a:bodyPr>
          <a:lstStyle/>
          <a:p>
            <a:pPr>
              <a:buNone/>
            </a:pPr>
            <a:r>
              <a:rPr lang="de-DE" sz="3600" dirty="0" smtClean="0">
                <a:solidFill>
                  <a:schemeClr val="accent3">
                    <a:lumMod val="50000"/>
                  </a:schemeClr>
                </a:solidFill>
              </a:rPr>
              <a:t>Sprint = 2 bis 4 Wochen mit „Daily </a:t>
            </a:r>
            <a:r>
              <a:rPr lang="de-DE" sz="3600" dirty="0" err="1" smtClean="0">
                <a:solidFill>
                  <a:schemeClr val="accent3">
                    <a:lumMod val="50000"/>
                  </a:schemeClr>
                </a:solidFill>
              </a:rPr>
              <a:t>Scrums</a:t>
            </a:r>
            <a:r>
              <a:rPr lang="de-DE" sz="3600" dirty="0" smtClean="0">
                <a:solidFill>
                  <a:schemeClr val="accent3">
                    <a:lumMod val="50000"/>
                  </a:schemeClr>
                </a:solidFill>
              </a:rPr>
              <a:t>“</a:t>
            </a:r>
          </a:p>
          <a:p>
            <a:pPr>
              <a:buNone/>
            </a:pPr>
            <a:r>
              <a:rPr lang="de-DE" sz="3600" dirty="0" smtClean="0">
                <a:solidFill>
                  <a:schemeClr val="accent3">
                    <a:lumMod val="50000"/>
                  </a:schemeClr>
                </a:solidFill>
              </a:rPr>
              <a:t>(bei uns Faktor 40 : 10 = 4?)</a:t>
            </a:r>
          </a:p>
          <a:p>
            <a:pPr>
              <a:buNone/>
            </a:pPr>
            <a:endParaRPr lang="de-DE" dirty="0" smtClean="0">
              <a:solidFill>
                <a:schemeClr val="accent3">
                  <a:lumMod val="50000"/>
                </a:schemeClr>
              </a:solidFill>
            </a:endParaRPr>
          </a:p>
          <a:p>
            <a:pPr>
              <a:buNone/>
            </a:pPr>
            <a:r>
              <a:rPr lang="de-DE" dirty="0" smtClean="0">
                <a:solidFill>
                  <a:schemeClr val="accent3">
                    <a:lumMod val="50000"/>
                  </a:schemeClr>
                </a:solidFill>
              </a:rPr>
              <a:t>Daily </a:t>
            </a:r>
            <a:r>
              <a:rPr lang="de-DE" dirty="0" err="1" smtClean="0">
                <a:solidFill>
                  <a:schemeClr val="accent3">
                    <a:lumMod val="50000"/>
                  </a:schemeClr>
                </a:solidFill>
              </a:rPr>
              <a:t>Scrum</a:t>
            </a:r>
            <a:r>
              <a:rPr lang="de-DE" dirty="0" smtClean="0">
                <a:solidFill>
                  <a:schemeClr val="accent3">
                    <a:lumMod val="50000"/>
                  </a:schemeClr>
                </a:solidFill>
              </a:rPr>
              <a:t>: Entwicklungsteam und </a:t>
            </a:r>
            <a:r>
              <a:rPr lang="de-DE" dirty="0" err="1" smtClean="0">
                <a:solidFill>
                  <a:schemeClr val="accent3">
                    <a:lumMod val="50000"/>
                  </a:schemeClr>
                </a:solidFill>
              </a:rPr>
              <a:t>Scrum</a:t>
            </a:r>
            <a:r>
              <a:rPr lang="de-DE" dirty="0" smtClean="0">
                <a:solidFill>
                  <a:schemeClr val="accent3">
                    <a:lumMod val="50000"/>
                  </a:schemeClr>
                </a:solidFill>
              </a:rPr>
              <a:t> Master treffen sich 15 min, um über </a:t>
            </a:r>
            <a:r>
              <a:rPr lang="de-DE" dirty="0" smtClean="0">
                <a:solidFill>
                  <a:schemeClr val="accent3">
                    <a:lumMod val="50000"/>
                  </a:schemeClr>
                </a:solidFill>
              </a:rPr>
              <a:t>Fortschritte und Probleme im Projekt zu </a:t>
            </a:r>
            <a:r>
              <a:rPr lang="de-DE" dirty="0" smtClean="0">
                <a:solidFill>
                  <a:schemeClr val="accent3">
                    <a:lumMod val="50000"/>
                  </a:schemeClr>
                </a:solidFill>
              </a:rPr>
              <a:t>berichten.</a:t>
            </a:r>
          </a:p>
          <a:p>
            <a:pPr>
              <a:buNone/>
            </a:pPr>
            <a:r>
              <a:rPr lang="de-DE" dirty="0" smtClean="0">
                <a:solidFill>
                  <a:schemeClr val="accent3">
                    <a:lumMod val="50000"/>
                  </a:schemeClr>
                </a:solidFill>
              </a:rPr>
              <a:t>Bei uns nicht sinnvoll, aber</a:t>
            </a:r>
            <a:endParaRPr lang="de-DE" dirty="0" smtClean="0">
              <a:solidFill>
                <a:schemeClr val="accent3">
                  <a:lumMod val="50000"/>
                </a:schemeClr>
              </a:solidFill>
            </a:endParaRPr>
          </a:p>
          <a:p>
            <a:pPr>
              <a:buNone/>
            </a:pPr>
            <a:endParaRPr lang="de-DE" dirty="0" smtClean="0">
              <a:solidFill>
                <a:schemeClr val="accent3">
                  <a:lumMod val="50000"/>
                </a:schemeClr>
              </a:solidFill>
            </a:endParaRPr>
          </a:p>
          <a:p>
            <a:pPr lvl="1">
              <a:buNone/>
            </a:pPr>
            <a:r>
              <a:rPr lang="de-DE" sz="3200" b="1" dirty="0" smtClean="0">
                <a:solidFill>
                  <a:schemeClr val="accent3">
                    <a:lumMod val="50000"/>
                  </a:schemeClr>
                </a:solidFill>
              </a:rPr>
              <a:t>„</a:t>
            </a:r>
            <a:r>
              <a:rPr lang="de-DE" sz="3200" b="1" dirty="0" err="1" smtClean="0">
                <a:solidFill>
                  <a:schemeClr val="accent3">
                    <a:lumMod val="50000"/>
                  </a:schemeClr>
                </a:solidFill>
              </a:rPr>
              <a:t>Weekly</a:t>
            </a:r>
            <a:r>
              <a:rPr lang="de-DE" sz="3200" b="1" dirty="0" smtClean="0">
                <a:solidFill>
                  <a:schemeClr val="accent3">
                    <a:lumMod val="50000"/>
                  </a:schemeClr>
                </a:solidFill>
              </a:rPr>
              <a:t> </a:t>
            </a:r>
            <a:r>
              <a:rPr lang="de-DE" sz="3200" b="1" dirty="0" err="1" smtClean="0">
                <a:solidFill>
                  <a:schemeClr val="accent3">
                    <a:lumMod val="50000"/>
                  </a:schemeClr>
                </a:solidFill>
              </a:rPr>
              <a:t>Scrum</a:t>
            </a:r>
            <a:r>
              <a:rPr lang="de-DE" sz="3200" b="1" dirty="0" smtClean="0">
                <a:solidFill>
                  <a:schemeClr val="accent3">
                    <a:lumMod val="50000"/>
                  </a:schemeClr>
                </a:solidFill>
              </a:rPr>
              <a:t>“ ist zur Projektzeit immer </a:t>
            </a:r>
            <a:r>
              <a:rPr lang="de-DE" sz="3200" b="1" dirty="0" smtClean="0">
                <a:solidFill>
                  <a:schemeClr val="accent3">
                    <a:lumMod val="50000"/>
                  </a:schemeClr>
                </a:solidFill>
              </a:rPr>
              <a:t>möglich</a:t>
            </a:r>
          </a:p>
          <a:p>
            <a:pPr lvl="1">
              <a:buNone/>
            </a:pPr>
            <a:r>
              <a:rPr lang="de-DE" sz="3200" b="1" dirty="0" smtClean="0">
                <a:solidFill>
                  <a:schemeClr val="accent3">
                    <a:lumMod val="50000"/>
                  </a:schemeClr>
                </a:solidFill>
              </a:rPr>
              <a:t>oder </a:t>
            </a:r>
            <a:r>
              <a:rPr lang="de-DE" sz="3200" b="1" dirty="0" err="1" smtClean="0">
                <a:solidFill>
                  <a:schemeClr val="accent3">
                    <a:lumMod val="50000"/>
                  </a:schemeClr>
                </a:solidFill>
              </a:rPr>
              <a:t>Sairo</a:t>
            </a:r>
            <a:r>
              <a:rPr lang="de-DE" sz="3200" b="1" dirty="0" smtClean="0">
                <a:solidFill>
                  <a:schemeClr val="accent3">
                    <a:lumMod val="50000"/>
                  </a:schemeClr>
                </a:solidFill>
              </a:rPr>
              <a:t>-Mailingliste</a:t>
            </a:r>
            <a:endParaRPr lang="de-DE" sz="3200" b="1" dirty="0" smtClean="0">
              <a:solidFill>
                <a:schemeClr val="accent3">
                  <a:lumMod val="50000"/>
                </a:schemeClr>
              </a:solidFill>
            </a:endParaRPr>
          </a:p>
          <a:p>
            <a:pPr>
              <a:buNone/>
            </a:pPr>
            <a:endParaRPr lang="de-DE" dirty="0" smtClean="0">
              <a:solidFill>
                <a:schemeClr val="accent3">
                  <a:lumMod val="50000"/>
                </a:schemeClr>
              </a:solidFill>
            </a:endParaRPr>
          </a:p>
          <a:p>
            <a:pPr>
              <a:buNone/>
            </a:pPr>
            <a:endParaRPr lang="de-DE" dirty="0">
              <a:solidFill>
                <a:schemeClr val="accent3">
                  <a:lumMod val="50000"/>
                </a:schemeClr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539552" y="980728"/>
            <a:ext cx="7354888" cy="993775"/>
          </a:xfrm>
        </p:spPr>
        <p:txBody>
          <a:bodyPr/>
          <a:lstStyle/>
          <a:p>
            <a:r>
              <a:rPr lang="de-DE" dirty="0" smtClean="0"/>
              <a:t>Der Sprint endet mit dem Sprint Review (und dem Sprint </a:t>
            </a:r>
            <a:r>
              <a:rPr lang="de-DE" dirty="0" err="1" smtClean="0"/>
              <a:t>Retrospective</a:t>
            </a:r>
            <a:r>
              <a:rPr lang="de-DE" dirty="0" smtClean="0"/>
              <a:t> Meeting)</a:t>
            </a:r>
            <a:endParaRPr lang="de-DE" dirty="0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de-DE"/>
          </a:p>
        </p:txBody>
      </p:sp>
      <p:pic>
        <p:nvPicPr>
          <p:cNvPr id="5123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300163" y="2509838"/>
            <a:ext cx="6543675" cy="1838325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76200" cap="sq">
            <a:solidFill>
              <a:srgbClr val="EAEAEA"/>
            </a:solidFill>
            <a:miter lim="800000"/>
          </a:ln>
          <a:effectLst>
            <a:reflection blurRad="12700" stA="33000" endPos="28000" dist="5000" dir="5400000" sy="-100000" algn="bl" rotWithShape="0"/>
          </a:effectLst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</p:pic>
      <p:sp>
        <p:nvSpPr>
          <p:cNvPr id="6" name="Rechteck 5"/>
          <p:cNvSpPr/>
          <p:nvPr/>
        </p:nvSpPr>
        <p:spPr>
          <a:xfrm>
            <a:off x="7452320" y="5805264"/>
            <a:ext cx="126188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de-DE" b="0" dirty="0" smtClean="0"/>
              <a:t>[Glo03] </a:t>
            </a:r>
            <a:endParaRPr lang="de-DE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0" y="1135956"/>
            <a:ext cx="8229600" cy="4813300"/>
          </a:xfrm>
        </p:spPr>
        <p:txBody>
          <a:bodyPr/>
          <a:lstStyle/>
          <a:p>
            <a:endParaRPr lang="de-DE" dirty="0"/>
          </a:p>
        </p:txBody>
      </p:sp>
      <p:sp>
        <p:nvSpPr>
          <p:cNvPr id="7" name="Abgerundetes Rechteck 6"/>
          <p:cNvSpPr/>
          <p:nvPr/>
        </p:nvSpPr>
        <p:spPr>
          <a:xfrm>
            <a:off x="1450504" y="260648"/>
            <a:ext cx="1944216" cy="1080120"/>
          </a:xfrm>
          <a:prstGeom prst="round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de-DE" sz="2000" b="0" dirty="0" smtClean="0"/>
              <a:t>Entwicklungs-Team</a:t>
            </a:r>
          </a:p>
          <a:p>
            <a:pPr algn="ctr"/>
            <a:r>
              <a:rPr lang="de-DE" sz="2000" b="0" dirty="0" smtClean="0"/>
              <a:t>entscheidet</a:t>
            </a:r>
            <a:endParaRPr lang="de-DE" sz="2000" b="0" dirty="0"/>
          </a:p>
        </p:txBody>
      </p:sp>
      <p:sp>
        <p:nvSpPr>
          <p:cNvPr id="8" name="Ellipse 7"/>
          <p:cNvSpPr/>
          <p:nvPr/>
        </p:nvSpPr>
        <p:spPr>
          <a:xfrm>
            <a:off x="2098576" y="2492896"/>
            <a:ext cx="1152128" cy="1152128"/>
          </a:xfrm>
          <a:prstGeom prst="ellipse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de-DE" sz="2000" b="0" dirty="0" smtClean="0"/>
              <a:t>1</a:t>
            </a:r>
            <a:endParaRPr lang="de-DE" sz="2000" b="0" dirty="0"/>
          </a:p>
        </p:txBody>
      </p:sp>
      <p:sp>
        <p:nvSpPr>
          <p:cNvPr id="12" name="Abgerundetes Rechteck 11"/>
          <p:cNvSpPr/>
          <p:nvPr/>
        </p:nvSpPr>
        <p:spPr>
          <a:xfrm>
            <a:off x="1738536" y="4077072"/>
            <a:ext cx="1944216" cy="864096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000" b="0" dirty="0" smtClean="0"/>
              <a:t>aktueller Sprint</a:t>
            </a:r>
            <a:endParaRPr lang="de-DE" sz="2000" b="0" dirty="0"/>
          </a:p>
        </p:txBody>
      </p:sp>
      <p:sp>
        <p:nvSpPr>
          <p:cNvPr id="24" name="Pfeil nach rechts 23"/>
          <p:cNvSpPr/>
          <p:nvPr/>
        </p:nvSpPr>
        <p:spPr>
          <a:xfrm rot="4273444">
            <a:off x="1785123" y="1825905"/>
            <a:ext cx="1041890" cy="236220"/>
          </a:xfrm>
          <a:prstGeom prst="rightArrow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5" name="Pfeil nach rechts 24"/>
          <p:cNvSpPr/>
          <p:nvPr/>
        </p:nvSpPr>
        <p:spPr>
          <a:xfrm rot="5400000">
            <a:off x="2566628" y="3753036"/>
            <a:ext cx="288032" cy="216024"/>
          </a:xfrm>
          <a:prstGeom prst="rightArrow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1" name="Textfeld 30"/>
          <p:cNvSpPr txBox="1"/>
          <p:nvPr/>
        </p:nvSpPr>
        <p:spPr>
          <a:xfrm>
            <a:off x="2624195" y="2132856"/>
            <a:ext cx="1202573" cy="461665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de-DE" dirty="0" smtClean="0">
                <a:latin typeface="+mn-lt"/>
              </a:rPr>
              <a:t>U</a:t>
            </a:r>
            <a:r>
              <a:rPr lang="de-DE" dirty="0" smtClean="0">
                <a:latin typeface="+mn-lt"/>
              </a:rPr>
              <a:t>nd Los</a:t>
            </a:r>
            <a:endParaRPr lang="de-DE" dirty="0">
              <a:latin typeface="+mn-lt"/>
            </a:endParaRPr>
          </a:p>
        </p:txBody>
      </p:sp>
      <p:sp>
        <p:nvSpPr>
          <p:cNvPr id="32" name="Titel 31"/>
          <p:cNvSpPr>
            <a:spLocks noGrp="1"/>
          </p:cNvSpPr>
          <p:nvPr>
            <p:ph type="title"/>
          </p:nvPr>
        </p:nvSpPr>
        <p:spPr>
          <a:xfrm>
            <a:off x="4355976" y="1556792"/>
            <a:ext cx="4392488" cy="993775"/>
          </a:xfrm>
        </p:spPr>
        <p:txBody>
          <a:bodyPr/>
          <a:lstStyle/>
          <a:p>
            <a:r>
              <a:rPr lang="de-DE" dirty="0" smtClean="0"/>
              <a:t>Erledigte, gezeigte Funktionalitäten erhalten die Priorität 100</a:t>
            </a:r>
            <a:endParaRPr lang="de-DE" dirty="0"/>
          </a:p>
        </p:txBody>
      </p:sp>
      <p:sp>
        <p:nvSpPr>
          <p:cNvPr id="26" name="Ellipse 25"/>
          <p:cNvSpPr/>
          <p:nvPr/>
        </p:nvSpPr>
        <p:spPr>
          <a:xfrm>
            <a:off x="7427168" y="3861048"/>
            <a:ext cx="1152128" cy="1152128"/>
          </a:xfrm>
          <a:prstGeom prst="ellipse">
            <a:avLst/>
          </a:prstGeom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000" b="0" dirty="0" smtClean="0"/>
              <a:t>100</a:t>
            </a:r>
            <a:endParaRPr lang="de-DE" sz="2000" b="0" dirty="0"/>
          </a:p>
        </p:txBody>
      </p:sp>
      <p:sp>
        <p:nvSpPr>
          <p:cNvPr id="27" name="Ellipse 26"/>
          <p:cNvSpPr/>
          <p:nvPr/>
        </p:nvSpPr>
        <p:spPr>
          <a:xfrm>
            <a:off x="6275040" y="5417840"/>
            <a:ext cx="1152128" cy="1152128"/>
          </a:xfrm>
          <a:prstGeom prst="ellipse">
            <a:avLst/>
          </a:prstGeom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000" b="0" dirty="0" smtClean="0"/>
              <a:t>0,2,3, ...</a:t>
            </a:r>
            <a:endParaRPr lang="de-DE" sz="2000" b="0" dirty="0"/>
          </a:p>
        </p:txBody>
      </p:sp>
      <p:sp>
        <p:nvSpPr>
          <p:cNvPr id="33" name="Pfeil nach rechts 32"/>
          <p:cNvSpPr/>
          <p:nvPr/>
        </p:nvSpPr>
        <p:spPr>
          <a:xfrm>
            <a:off x="3754760" y="4437112"/>
            <a:ext cx="648072" cy="236220"/>
          </a:xfrm>
          <a:prstGeom prst="rightArrow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4" name="Abgerundetes Rechteck 33"/>
          <p:cNvSpPr/>
          <p:nvPr/>
        </p:nvSpPr>
        <p:spPr>
          <a:xfrm>
            <a:off x="4474840" y="3933056"/>
            <a:ext cx="1944216" cy="1080120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000" b="0" dirty="0" smtClean="0"/>
              <a:t>Sprint Review</a:t>
            </a:r>
            <a:endParaRPr lang="de-DE" sz="2000" b="0" dirty="0"/>
          </a:p>
        </p:txBody>
      </p:sp>
      <p:sp>
        <p:nvSpPr>
          <p:cNvPr id="35" name="Pfeil nach rechts 34"/>
          <p:cNvSpPr/>
          <p:nvPr/>
        </p:nvSpPr>
        <p:spPr>
          <a:xfrm rot="3091567">
            <a:off x="5969486" y="5255515"/>
            <a:ext cx="539100" cy="215420"/>
          </a:xfrm>
          <a:prstGeom prst="rightArrow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6" name="Pfeil nach rechts 35"/>
          <p:cNvSpPr/>
          <p:nvPr/>
        </p:nvSpPr>
        <p:spPr>
          <a:xfrm>
            <a:off x="6689566" y="4535436"/>
            <a:ext cx="539100" cy="215420"/>
          </a:xfrm>
          <a:prstGeom prst="rightArrow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539552" y="2435225"/>
            <a:ext cx="8352928" cy="993775"/>
          </a:xfrm>
        </p:spPr>
        <p:txBody>
          <a:bodyPr/>
          <a:lstStyle/>
          <a:p>
            <a:r>
              <a:rPr lang="de-DE" sz="4400" dirty="0" smtClean="0"/>
              <a:t>Nach dem Sprint ist vor dem Sprint</a:t>
            </a:r>
            <a:endParaRPr lang="de-DE" sz="44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de-DE"/>
          </a:p>
        </p:txBody>
      </p:sp>
      <p:graphicFrame>
        <p:nvGraphicFramePr>
          <p:cNvPr id="8" name="Diagramm 7"/>
          <p:cNvGraphicFramePr/>
          <p:nvPr/>
        </p:nvGraphicFramePr>
        <p:xfrm>
          <a:off x="899592" y="-891480"/>
          <a:ext cx="7272808" cy="691276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9" name="Inhaltsplatzhalter 8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de-DE" dirty="0"/>
          </a:p>
        </p:txBody>
      </p:sp>
      <p:cxnSp>
        <p:nvCxnSpPr>
          <p:cNvPr id="11" name="Gerade Verbindung 10"/>
          <p:cNvCxnSpPr/>
          <p:nvPr/>
        </p:nvCxnSpPr>
        <p:spPr>
          <a:xfrm flipV="1">
            <a:off x="179512" y="2420888"/>
            <a:ext cx="8424936" cy="1512168"/>
          </a:xfrm>
          <a:prstGeom prst="lin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Rechteck 4"/>
          <p:cNvSpPr/>
          <p:nvPr/>
        </p:nvSpPr>
        <p:spPr>
          <a:xfrm>
            <a:off x="7740352" y="5877272"/>
            <a:ext cx="126188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de-DE" b="0" dirty="0" smtClean="0"/>
              <a:t>[Glo03] </a:t>
            </a:r>
            <a:endParaRPr lang="de-DE" dirty="0"/>
          </a:p>
        </p:txBody>
      </p:sp>
      <p:pic>
        <p:nvPicPr>
          <p:cNvPr id="9219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2008" y="855680"/>
            <a:ext cx="7884368" cy="502159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de-DE"/>
          </a:p>
        </p:txBody>
      </p:sp>
      <p:pic>
        <p:nvPicPr>
          <p:cNvPr id="11266" name="Picture 2" descr="C:\here\i\_Text\_Projekte\2011 - 05 Autonomer Segler\_ nicht auf U\2012-07-03 Navigation Contest Mitte august\logo_robbe.emf"/>
          <p:cNvPicPr>
            <a:picLocks noChangeAspect="1" noChangeArrowheads="1"/>
          </p:cNvPicPr>
          <p:nvPr/>
        </p:nvPicPr>
        <p:blipFill>
          <a:blip r:embed="rId2" cstate="print"/>
          <a:srcRect l="26814" t="35635" r="37590" b="25781"/>
          <a:stretch>
            <a:fillRect/>
          </a:stretch>
        </p:blipFill>
        <p:spPr bwMode="auto">
          <a:xfrm>
            <a:off x="2591780" y="387948"/>
            <a:ext cx="3960440" cy="6082104"/>
          </a:xfrm>
          <a:prstGeom prst="rect">
            <a:avLst/>
          </a:prstGeom>
          <a:noFill/>
        </p:spPr>
      </p:pic>
      <p:sp>
        <p:nvSpPr>
          <p:cNvPr id="5" name="Textfeld 4"/>
          <p:cNvSpPr txBox="1"/>
          <p:nvPr/>
        </p:nvSpPr>
        <p:spPr>
          <a:xfrm rot="21319158">
            <a:off x="3228178" y="4534000"/>
            <a:ext cx="122413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800" dirty="0" err="1" smtClean="0">
                <a:latin typeface="+mn-lt"/>
              </a:rPr>
              <a:t>build</a:t>
            </a:r>
            <a:r>
              <a:rPr lang="de-DE" sz="1800" dirty="0" smtClean="0">
                <a:latin typeface="+mn-lt"/>
              </a:rPr>
              <a:t> </a:t>
            </a:r>
            <a:r>
              <a:rPr lang="de-DE" sz="1800" dirty="0" err="1" smtClean="0">
                <a:latin typeface="+mn-lt"/>
              </a:rPr>
              <a:t>with</a:t>
            </a:r>
            <a:r>
              <a:rPr lang="de-DE" sz="1800" dirty="0" smtClean="0">
                <a:latin typeface="+mn-lt"/>
              </a:rPr>
              <a:t> SCRUM</a:t>
            </a:r>
            <a:endParaRPr lang="de-DE" sz="1800" dirty="0">
              <a:latin typeface="+mn-l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Larissa-Design">
  <a:themeElements>
    <a:clrScheme name="Deimos">
      <a:dk1>
        <a:sysClr val="windowText" lastClr="000000"/>
      </a:dk1>
      <a:lt1>
        <a:sysClr val="window" lastClr="FFFFFF"/>
      </a:lt1>
      <a:dk2>
        <a:srgbClr val="464646"/>
      </a:dk2>
      <a:lt2>
        <a:srgbClr val="DEF5FA"/>
      </a:lt2>
      <a:accent1>
        <a:srgbClr val="2DA2BF"/>
      </a:accent1>
      <a:accent2>
        <a:srgbClr val="DA1F28"/>
      </a:accent2>
      <a:accent3>
        <a:srgbClr val="EB641B"/>
      </a:accent3>
      <a:accent4>
        <a:srgbClr val="39639D"/>
      </a:accent4>
      <a:accent5>
        <a:srgbClr val="474B78"/>
      </a:accent5>
      <a:accent6>
        <a:srgbClr val="7D3C4A"/>
      </a:accent6>
      <a:hlink>
        <a:srgbClr val="FF8119"/>
      </a:hlink>
      <a:folHlink>
        <a:srgbClr val="44B9E8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Larissa-Design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Larissa-Design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383</Words>
  <Application>Microsoft Office PowerPoint</Application>
  <PresentationFormat>Bildschirmpräsentation (4:3)</PresentationFormat>
  <Paragraphs>115</Paragraphs>
  <Slides>21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21</vt:i4>
      </vt:variant>
    </vt:vector>
  </HeadingPairs>
  <TitlesOfParts>
    <vt:vector size="25" baseType="lpstr">
      <vt:lpstr>Arial</vt:lpstr>
      <vt:lpstr>Calibri</vt:lpstr>
      <vt:lpstr>Times New Roman</vt:lpstr>
      <vt:lpstr>Larissa-Design</vt:lpstr>
      <vt:lpstr>Folie 1</vt:lpstr>
      <vt:lpstr>Folie 2</vt:lpstr>
      <vt:lpstr>Folie 3</vt:lpstr>
      <vt:lpstr>Folie 4</vt:lpstr>
      <vt:lpstr>Folie 5</vt:lpstr>
      <vt:lpstr>Folie 6</vt:lpstr>
      <vt:lpstr>Wir bilden den Lebenszyklus von Funktionalitäten als Backlog in dieser Excel-Tabelle ab: </vt:lpstr>
      <vt:lpstr>Folie 8</vt:lpstr>
      <vt:lpstr>Vor dem „Sprint Planning Meeting 1“</vt:lpstr>
      <vt:lpstr>Folie 10</vt:lpstr>
      <vt:lpstr>Nach dem „Sprint Planning Meeting 1“</vt:lpstr>
      <vt:lpstr>Wenn sich Funktionalitäten als Meilenstein eignen, sollten sie markiert werden.</vt:lpstr>
      <vt:lpstr>Mögliche Meilensteine markieren</vt:lpstr>
      <vt:lpstr>Folie 14</vt:lpstr>
      <vt:lpstr>Folie 15</vt:lpstr>
      <vt:lpstr>Der Sprint endet mit dem Sprint Review (und dem Sprint Retrospective Meeting)</vt:lpstr>
      <vt:lpstr>Erledigte, gezeigte Funktionalitäten erhalten die Priorität 100</vt:lpstr>
      <vt:lpstr>Nach dem Sprint ist vor dem Sprint</vt:lpstr>
      <vt:lpstr>Folie 19</vt:lpstr>
      <vt:lpstr>Folie 20</vt:lpstr>
      <vt:lpstr>Folie 21</vt:lpstr>
    </vt:vector>
  </TitlesOfParts>
  <Company>FH Brandenburg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Kein Folientitel</dc:title>
  <dc:creator>boersch</dc:creator>
  <cp:lastModifiedBy>Ingo Boersch</cp:lastModifiedBy>
  <cp:revision>736</cp:revision>
  <cp:lastPrinted>2002-11-05T16:15:06Z</cp:lastPrinted>
  <dcterms:created xsi:type="dcterms:W3CDTF">2002-10-25T06:23:38Z</dcterms:created>
  <dcterms:modified xsi:type="dcterms:W3CDTF">2013-08-19T11:28:34Z</dcterms:modified>
</cp:coreProperties>
</file>